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bdd21480734a16" /><Relationship Type="http://schemas.openxmlformats.org/officeDocument/2006/relationships/extended-properties" Target="/docProps/app.xml" Id="R722ccb7f84d3489f" /><Relationship Type="http://schemas.openxmlformats.org/officeDocument/2006/relationships/officeDocument" Target="/ppt/presentation.xml" Id="Rccd65851692b4285" /></Relationships>
</file>

<file path=ppt/presentation.xml><?xml version="1.0" encoding="utf-8"?>
<p:presentation xmlns:p="http://schemas.openxmlformats.org/presentationml/2006/main">
  <p:sldMasterIdLst>
    <p:sldMasterId xmlns:r="http://schemas.openxmlformats.org/officeDocument/2006/relationships" id="2147483648" r:id="R4bf29ad0f58f477d"/>
  </p:sldMasterIdLst>
  <p:notesMasterIdLst>
    <p:notesMasterId xmlns:r="http://schemas.openxmlformats.org/officeDocument/2006/relationships" r:id="R00d3ced521e0490d"/>
  </p:notesMasterIdLst>
  <p:sldIdLst>
    <p:sldId xmlns:r="http://schemas.openxmlformats.org/officeDocument/2006/relationships" id="256" r:id="Re3bfed9cfbe449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f720c88b184e8d" /><Relationship Type="http://schemas.openxmlformats.org/officeDocument/2006/relationships/slideMaster" Target="/ppt/slideMasters/slideMaster1.xml" Id="R4bf29ad0f58f477d" /><Relationship Type="http://schemas.openxmlformats.org/officeDocument/2006/relationships/notesMaster" Target="/ppt/notesMasters/notesMaster1.xml" Id="R00d3ced521e0490d" /><Relationship Type="http://schemas.openxmlformats.org/officeDocument/2006/relationships/presProps" Target="/ppt/presProps.xml" Id="R560fb81abd1d4c36" /><Relationship Type="http://schemas.openxmlformats.org/officeDocument/2006/relationships/tableStyles" Target="/ppt/tableStyles.xml" Id="Rf14f5c56634d43ed" /><Relationship Type="http://schemas.openxmlformats.org/officeDocument/2006/relationships/slide" Target="/ppt/slides/slide1.xml" Id="Re3bfed9cfbe449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0e3e34b5a41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6d13c44aa49b2" /><Relationship Type="http://schemas.openxmlformats.org/officeDocument/2006/relationships/notesMaster" Target="/ppt/notesMasters/notesMaster1.xml" Id="R460395b7f5f046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request payload stays the same; only the release sequence changes.</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fd60599c3c41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103568d3b546e9" /><Relationship Type="http://schemas.openxmlformats.org/officeDocument/2006/relationships/slideLayout" Target="/ppt/slideLayouts/slideLayout1.xml" Id="Ra23d824af6be49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3d824af6be49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8d20f8f5fe41bf" /><Relationship Type="http://schemas.openxmlformats.org/officeDocument/2006/relationships/notesSlide" Target="/ppt/notesSlides/notesSlide1.xml" Id="R10d804a603ab42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BD35262D-0109-43EE-93D5-EB183BBA5B90}"/>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7359D601-F946-4AD5-915A-06791C15A862}"/>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estimates when agents resume, then releases replay work in deadline order.</a:t>
            </a:r>
          </a:p>
        </p:txBody>
      </p:sp>
      <p:sp>
        <p:nvSpPr>
          <p:cNvPr id="3" name="">
            <a:extLst xmlns:a="http://schemas.openxmlformats.org/drawingml/2006/main">
              <a:ext uri="{FF2B5EF4-FFF2-40B4-BE49-F238E27FC236}">
                <a16:creationId xmlns:a16="http://schemas.microsoft.com/office/drawing/2014/main" id="{90765368-5ED0-42C2-B101-BA8782D61C87}"/>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6BC50C45-E50E-4B3C-BED3-7E9B255625CD}"/>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0857D4-9750-49D4-915D-339E95792084}"/>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D4EE0477-8DFB-4B0B-A7A5-58249646EC56}"/>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EE12236E-3E78-4246-BF91-4716F8DB5D23}"/>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8" name="">
            <a:extLst xmlns:a="http://schemas.openxmlformats.org/drawingml/2006/main">
              <a:ext uri="{FF2B5EF4-FFF2-40B4-BE49-F238E27FC236}">
                <a16:creationId xmlns:a16="http://schemas.microsoft.com/office/drawing/2014/main" id="{AB9E4BF6-D1C6-4615-A682-EFFD4C63D7AB}"/>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9" name="">
            <a:extLst xmlns:a="http://schemas.openxmlformats.org/drawingml/2006/main">
              <a:ext uri="{FF2B5EF4-FFF2-40B4-BE49-F238E27FC236}">
                <a16:creationId xmlns:a16="http://schemas.microsoft.com/office/drawing/2014/main" id="{EBDC7703-DDB5-49EE-A586-0750D9B77D1A}"/>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AE4A05F3-6E4A-49FD-869B-6687BBDA9FFB}"/>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81F790DC-384D-4191-935B-616C9C2B5ED8}"/>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2" name="">
            <a:extLst xmlns:a="http://schemas.openxmlformats.org/drawingml/2006/main">
              <a:ext uri="{FF2B5EF4-FFF2-40B4-BE49-F238E27FC236}">
                <a16:creationId xmlns:a16="http://schemas.microsoft.com/office/drawing/2014/main" id="{F02F1FA7-E25E-410A-8BAE-50E03D9B7226}"/>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6F0F6663-5172-4C52-950F-430FDA563B61}"/>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4" name="">
            <a:extLst xmlns:a="http://schemas.openxmlformats.org/drawingml/2006/main">
              <a:ext uri="{FF2B5EF4-FFF2-40B4-BE49-F238E27FC236}">
                <a16:creationId xmlns:a16="http://schemas.microsoft.com/office/drawing/2014/main" id="{05D2804A-B3FF-4B56-9149-6652F4FCC5DC}"/>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5" name="">
            <a:extLst xmlns:a="http://schemas.openxmlformats.org/drawingml/2006/main">
              <a:ext uri="{FF2B5EF4-FFF2-40B4-BE49-F238E27FC236}">
                <a16:creationId xmlns:a16="http://schemas.microsoft.com/office/drawing/2014/main" id="{ABE28B2F-6F82-499F-8D86-299B4F6E7844}"/>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CD1639B2-CF42-4910-8635-37ACF7EADED2}"/>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7" name="">
            <a:extLst xmlns:a="http://schemas.openxmlformats.org/drawingml/2006/main">
              <a:ext uri="{FF2B5EF4-FFF2-40B4-BE49-F238E27FC236}">
                <a16:creationId xmlns:a16="http://schemas.microsoft.com/office/drawing/2014/main" id="{C91A8B99-5357-4A5C-905B-9D8C65406F65}"/>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8" name="">
            <a:extLst xmlns:a="http://schemas.openxmlformats.org/drawingml/2006/main">
              <a:ext uri="{FF2B5EF4-FFF2-40B4-BE49-F238E27FC236}">
                <a16:creationId xmlns:a16="http://schemas.microsoft.com/office/drawing/2014/main" id="{702C9F69-71FF-46D7-A73A-E96DB8D8676F}"/>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9" name="">
            <a:extLst xmlns:a="http://schemas.openxmlformats.org/drawingml/2006/main">
              <a:ext uri="{FF2B5EF4-FFF2-40B4-BE49-F238E27FC236}">
                <a16:creationId xmlns:a16="http://schemas.microsoft.com/office/drawing/2014/main" id="{41F4A8B2-76DF-42FE-AA61-B447560DF2F7}"/>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0" name="">
            <a:extLst xmlns:a="http://schemas.openxmlformats.org/drawingml/2006/main">
              <a:ext uri="{FF2B5EF4-FFF2-40B4-BE49-F238E27FC236}">
                <a16:creationId xmlns:a16="http://schemas.microsoft.com/office/drawing/2014/main" id="{B0E8755A-4585-4D49-A789-583E5F28E4E8}"/>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estimates when each agent will resume, then releases ready replay requests in deadline order. The request payload stays the same; only the release sequence changes.</a:t>
            </a:r>
          </a:p>
        </p:txBody>
      </p:sp>
      <p:sp>
        <p:nvSpPr>
          <p:cNvPr id="21" name="">
            <a:extLst xmlns:a="http://schemas.openxmlformats.org/drawingml/2006/main">
              <a:ext uri="{FF2B5EF4-FFF2-40B4-BE49-F238E27FC236}">
                <a16:creationId xmlns:a16="http://schemas.microsoft.com/office/drawing/2014/main" id="{56933F51-4B2A-4616-9EA3-96E811FC3390}"/>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2" name="">
            <a:extLst xmlns:a="http://schemas.openxmlformats.org/drawingml/2006/main">
              <a:ext uri="{FF2B5EF4-FFF2-40B4-BE49-F238E27FC236}">
                <a16:creationId xmlns:a16="http://schemas.microsoft.com/office/drawing/2014/main" id="{E420053D-4410-46A2-A73D-E3A13E4E59D1}"/>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3" name="">
            <a:extLst xmlns:a="http://schemas.openxmlformats.org/drawingml/2006/main">
              <a:ext uri="{FF2B5EF4-FFF2-40B4-BE49-F238E27FC236}">
                <a16:creationId xmlns:a16="http://schemas.microsoft.com/office/drawing/2014/main" id="{1B687D57-3DAC-4366-B372-3121802814FC}"/>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E0EE0FB5-F9B9-4751-BDCC-5FBDAC08D75B}"/>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5" name="">
            <a:extLst xmlns:a="http://schemas.openxmlformats.org/drawingml/2006/main">
              <a:ext uri="{FF2B5EF4-FFF2-40B4-BE49-F238E27FC236}">
                <a16:creationId xmlns:a16="http://schemas.microsoft.com/office/drawing/2014/main" id="{D15853E6-CE1E-470C-88CC-EDB19D31990E}"/>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15.1% better</a:t>
            </a:r>
          </a:p>
        </p:txBody>
      </p:sp>
      <p:sp>
        <p:nvSpPr>
          <p:cNvPr id="26" name="">
            <a:extLst xmlns:a="http://schemas.openxmlformats.org/drawingml/2006/main">
              <a:ext uri="{FF2B5EF4-FFF2-40B4-BE49-F238E27FC236}">
                <a16:creationId xmlns:a16="http://schemas.microsoft.com/office/drawing/2014/main" id="{51A09438-1216-47DA-AA7F-FA7DA4A37846}"/>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27" name="">
            <a:extLst xmlns:a="http://schemas.openxmlformats.org/drawingml/2006/main">
              <a:ext uri="{FF2B5EF4-FFF2-40B4-BE49-F238E27FC236}">
                <a16:creationId xmlns:a16="http://schemas.microsoft.com/office/drawing/2014/main" id="{A45BE445-14CC-4060-9154-807CDB2356B3}"/>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CA6AFC8D-91B2-4615-97CD-49E3DD617446}"/>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29" name="">
            <a:extLst xmlns:a="http://schemas.openxmlformats.org/drawingml/2006/main">
              <a:ext uri="{FF2B5EF4-FFF2-40B4-BE49-F238E27FC236}">
                <a16:creationId xmlns:a16="http://schemas.microsoft.com/office/drawing/2014/main" id="{6003DF71-A8C7-4A00-A696-42899AF490A2}"/>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0.5 s faster</a:t>
            </a:r>
          </a:p>
        </p:txBody>
      </p:sp>
      <p:sp>
        <p:nvSpPr>
          <p:cNvPr id="30" name="">
            <a:extLst xmlns:a="http://schemas.openxmlformats.org/drawingml/2006/main">
              <a:ext uri="{FF2B5EF4-FFF2-40B4-BE49-F238E27FC236}">
                <a16:creationId xmlns:a16="http://schemas.microsoft.com/office/drawing/2014/main" id="{922E42E6-A836-41A9-A4C9-2A74F667A2C6}"/>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1" name="">
            <a:extLst xmlns:a="http://schemas.openxmlformats.org/drawingml/2006/main">
              <a:ext uri="{FF2B5EF4-FFF2-40B4-BE49-F238E27FC236}">
                <a16:creationId xmlns:a16="http://schemas.microsoft.com/office/drawing/2014/main" id="{AB330CDC-617F-4249-BBAB-CFF83CEB5FD3}"/>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C9572E2A-7C45-4E5A-910B-14419BEE3CBA}"/>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3" name="">
            <a:extLst xmlns:a="http://schemas.openxmlformats.org/drawingml/2006/main">
              <a:ext uri="{FF2B5EF4-FFF2-40B4-BE49-F238E27FC236}">
                <a16:creationId xmlns:a16="http://schemas.microsoft.com/office/drawing/2014/main" id="{FAEA3593-A2F2-4A3B-B16B-DE6636233443}"/>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22.1% better</a:t>
            </a:r>
          </a:p>
        </p:txBody>
      </p:sp>
      <p:sp>
        <p:nvSpPr>
          <p:cNvPr id="34" name="">
            <a:extLst xmlns:a="http://schemas.openxmlformats.org/drawingml/2006/main">
              <a:ext uri="{FF2B5EF4-FFF2-40B4-BE49-F238E27FC236}">
                <a16:creationId xmlns:a16="http://schemas.microsoft.com/office/drawing/2014/main" id="{87815105-8FAB-48D0-B77A-C2C812C0714B}"/>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5" name="">
            <a:extLst xmlns:a="http://schemas.openxmlformats.org/drawingml/2006/main">
              <a:ext uri="{FF2B5EF4-FFF2-40B4-BE49-F238E27FC236}">
                <a16:creationId xmlns:a16="http://schemas.microsoft.com/office/drawing/2014/main" id="{3A6B3F75-CD2C-4413-908C-17CA003DDBAA}"/>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CC974B42-47D0-4671-86FB-8FF2885A34DD}"/>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6E9453F7-B51E-4D81-9AA4-F49678703AE0}"/>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37.6% better</a:t>
            </a:r>
          </a:p>
        </p:txBody>
      </p:sp>
      <p:sp>
        <p:nvSpPr>
          <p:cNvPr id="38" name="">
            <a:extLst xmlns:a="http://schemas.openxmlformats.org/drawingml/2006/main">
              <a:ext uri="{FF2B5EF4-FFF2-40B4-BE49-F238E27FC236}">
                <a16:creationId xmlns:a16="http://schemas.microsoft.com/office/drawing/2014/main" id="{C9163635-600F-46C2-8AC9-CDC97949E195}"/>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39" name="">
            <a:extLst xmlns:a="http://schemas.openxmlformats.org/drawingml/2006/main">
              <a:ext uri="{FF2B5EF4-FFF2-40B4-BE49-F238E27FC236}">
                <a16:creationId xmlns:a16="http://schemas.microsoft.com/office/drawing/2014/main" id="{015FF66D-0A89-4359-ACBD-916CCFD2938B}"/>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B41E615A-E5F7-43C1-8677-13EA909F70CC}"/>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1" name="">
            <a:extLst xmlns:a="http://schemas.openxmlformats.org/drawingml/2006/main">
              <a:ext uri="{FF2B5EF4-FFF2-40B4-BE49-F238E27FC236}">
                <a16:creationId xmlns:a16="http://schemas.microsoft.com/office/drawing/2014/main" id="{95C26118-7F77-4B8A-B370-81B4F59DADBB}"/>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334155"/>
                </a:solidFill>
                <a:latin typeface="Helvetica Neue"/>
                <a:ea typeface="Helvetica Neue"/>
                <a:cs typeface="Helvetica Neue"/>
              </a:defRPr>
            </a:pPr>
            <a:r>
              <a:rPr sz="1800" b="1">
                <a:solidFill>
                  <a:srgbClr val="334155"/>
                </a:solidFill>
                <a:latin typeface="Helvetica Neue"/>
                <a:ea typeface="Helvetica Neue"/>
                <a:cs typeface="Helvetica Neue"/>
              </a:rPr>
              <a:t>23.0 s longer</a:t>
            </a:r>
          </a:p>
        </p:txBody>
      </p:sp>
      <p:sp>
        <p:nvSpPr>
          <p:cNvPr id="42" name="">
            <a:extLst xmlns:a="http://schemas.openxmlformats.org/drawingml/2006/main">
              <a:ext uri="{FF2B5EF4-FFF2-40B4-BE49-F238E27FC236}">
                <a16:creationId xmlns:a16="http://schemas.microsoft.com/office/drawing/2014/main" id="{C287A86F-D68C-45D1-B398-EA19FE3F9A49}"/>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3" name="">
            <a:extLst xmlns:a="http://schemas.openxmlformats.org/drawingml/2006/main">
              <a:ext uri="{FF2B5EF4-FFF2-40B4-BE49-F238E27FC236}">
                <a16:creationId xmlns:a16="http://schemas.microsoft.com/office/drawing/2014/main" id="{2B82EF0F-86E6-4AC9-B7E6-D6F9E519B322}"/>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151799A-C233-4227-B7B0-91FB11E12291}"/>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5" name="">
            <a:extLst xmlns:a="http://schemas.openxmlformats.org/drawingml/2006/main">
              <a:ext uri="{FF2B5EF4-FFF2-40B4-BE49-F238E27FC236}">
                <a16:creationId xmlns:a16="http://schemas.microsoft.com/office/drawing/2014/main" id="{06F39AA0-D8D0-4CD2-A46F-3F84B5860A40}"/>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Using harness timing to order replay work reduced replay delay across the full workload.</a:t>
            </a:r>
          </a:p>
        </p:txBody>
      </p:sp>
      <p:sp>
        <p:nvSpPr>
          <p:cNvPr id="46" name="">
            <a:extLst xmlns:a="http://schemas.openxmlformats.org/drawingml/2006/main">
              <a:ext uri="{FF2B5EF4-FFF2-40B4-BE49-F238E27FC236}">
                <a16:creationId xmlns:a16="http://schemas.microsoft.com/office/drawing/2014/main" id="{CB382AA1-35C8-4584-A8B3-F6B9687B4C77}"/>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13238812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2026-09-17T17:46:16.6150000Z</dcterms:created>
  <dcterms:modified xsi:type="dcterms:W3CDTF">2026-09-17T17:46:16.6150000Z</dcterms:modified>
</coreProperties>
</file>