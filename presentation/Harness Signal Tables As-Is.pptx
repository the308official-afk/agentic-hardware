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15f8751316e4a45" /><Relationship Type="http://schemas.openxmlformats.org/officeDocument/2006/relationships/extended-properties" Target="/docProps/app.xml" Id="R8fd6855b58c84f7a" /><Relationship Type="http://schemas.openxmlformats.org/officeDocument/2006/relationships/officeDocument" Target="/ppt/presentation.xml" Id="Rbd258ae4e3874ac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dfa2c732e354ee9"/>
  </p:sldMasterIdLst>
  <p:notesMasterIdLst>
    <p:notesMasterId xmlns:r="http://schemas.openxmlformats.org/officeDocument/2006/relationships" r:id="R59c0d9915603493f"/>
  </p:notesMasterIdLst>
  <p:sldIdLst>
    <p:sldId xmlns:r="http://schemas.openxmlformats.org/officeDocument/2006/relationships" id="256" r:id="Rbaba4472216b463c"/>
    <p:sldId xmlns:r="http://schemas.openxmlformats.org/officeDocument/2006/relationships" id="257" r:id="Rd734b55582af47a4"/>
    <p:sldId xmlns:r="http://schemas.openxmlformats.org/officeDocument/2006/relationships" id="258" r:id="Rf4b6b12f66394a6d"/>
    <p:sldId xmlns:r="http://schemas.openxmlformats.org/officeDocument/2006/relationships" id="259" r:id="R4c5d98d0940346de"/>
    <p:sldId xmlns:r="http://schemas.openxmlformats.org/officeDocument/2006/relationships" id="260" r:id="R7fe38cd535764829"/>
    <p:sldId xmlns:r="http://schemas.openxmlformats.org/officeDocument/2006/relationships" id="261" r:id="Rd77fb10179404746"/>
    <p:sldId xmlns:r="http://schemas.openxmlformats.org/officeDocument/2006/relationships" id="262" r:id="R16875789da8f4934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5da6a3ce30244b5" /><Relationship Type="http://schemas.openxmlformats.org/officeDocument/2006/relationships/slideMaster" Target="/ppt/slideMasters/slideMaster1.xml" Id="R9dfa2c732e354ee9" /><Relationship Type="http://schemas.openxmlformats.org/officeDocument/2006/relationships/notesMaster" Target="/ppt/notesMasters/notesMaster1.xml" Id="R59c0d9915603493f" /><Relationship Type="http://schemas.openxmlformats.org/officeDocument/2006/relationships/presProps" Target="/ppt/presProps.xml" Id="R8ce6700c4506418b" /><Relationship Type="http://schemas.openxmlformats.org/officeDocument/2006/relationships/tableStyles" Target="/ppt/tableStyles.xml" Id="R4ac9ab6cfb2c470d" /><Relationship Type="http://schemas.openxmlformats.org/officeDocument/2006/relationships/slide" Target="/ppt/slides/slide1.xml" Id="Rbaba4472216b463c" /><Relationship Type="http://schemas.openxmlformats.org/officeDocument/2006/relationships/slide" Target="/ppt/slides/slide2.xml" Id="Rd734b55582af47a4" /><Relationship Type="http://schemas.openxmlformats.org/officeDocument/2006/relationships/slide" Target="/ppt/slides/slide3.xml" Id="Rf4b6b12f66394a6d" /><Relationship Type="http://schemas.openxmlformats.org/officeDocument/2006/relationships/slide" Target="/ppt/slides/slide4.xml" Id="R4c5d98d0940346de" /><Relationship Type="http://schemas.openxmlformats.org/officeDocument/2006/relationships/slide" Target="/ppt/slides/slide5.xml" Id="R7fe38cd535764829" /><Relationship Type="http://schemas.openxmlformats.org/officeDocument/2006/relationships/slide" Target="/ppt/slides/slide6.xml" Id="Rd77fb10179404746" /><Relationship Type="http://schemas.openxmlformats.org/officeDocument/2006/relationships/slide" Target="/ppt/slides/slide7.xml" Id="R16875789da8f493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e0a193443ae4b1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d84664b3dba4f61" /><Relationship Type="http://schemas.openxmlformats.org/officeDocument/2006/relationships/notesMaster" Target="/ppt/notesMasters/notesMaster1.xml" Id="R5ab6763a893d41d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f92ab9890aa4894" /><Relationship Type="http://schemas.openxmlformats.org/officeDocument/2006/relationships/notesMaster" Target="/ppt/notesMasters/notesMaster1.xml" Id="R696c94bb3c644d9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9414472fcaf4620" /><Relationship Type="http://schemas.openxmlformats.org/officeDocument/2006/relationships/notesMaster" Target="/ppt/notesMasters/notesMaster1.xml" Id="R1ed17e4f797344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292b2e2c6274682" /><Relationship Type="http://schemas.openxmlformats.org/officeDocument/2006/relationships/notesMaster" Target="/ppt/notesMasters/notesMaster1.xml" Id="R9ac2986039cd4d4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4004af5f98b4781" /><Relationship Type="http://schemas.openxmlformats.org/officeDocument/2006/relationships/notesMaster" Target="/ppt/notesMasters/notesMaster1.xml" Id="R0b8b604fe7c84f8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0d545ebe201469f" /><Relationship Type="http://schemas.openxmlformats.org/officeDocument/2006/relationships/notesMaster" Target="/ppt/notesMasters/notesMaster1.xml" Id="Rdcaeb877d99a492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2037d6181164d55" /><Relationship Type="http://schemas.openxmlformats.org/officeDocument/2006/relationships/notesMaster" Target="/ppt/notesMasters/notesMaster1.xml" Id="R91f3683866b842b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legend text in chat.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request to narrow to KV cache handling, scheduling handling, and worker selection handling.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/Users/oluwolejaiyeoba/Desktop/Screenshot 2026-08-25 at 12.15.33 PM.png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/Users/oluwolejaiyeoba/Desktop/Screenshot 2026-08-25 at 12.16.08 PM.png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/Users/oluwolejaiyeoba/Desktop/Screenshot 2026-08-25 at 12.16.53 PM.png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/Users/oluwolejaiyeoba/Desktop/Screenshot 2026-08-25 at 12.15.33 PM.png; /Users/oluwolejaiyeoba/Desktop/Screenshot 2026-08-25 at 12.16.32 PM.png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request and previously generated signal tables.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3df5b246e6451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c269d7839c4b9b" /><Relationship Type="http://schemas.openxmlformats.org/officeDocument/2006/relationships/slideLayout" Target="/ppt/slideLayouts/slideLayout1.xml" Id="Rc7022bcc4e06406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7022bcc4e06406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06e509ccec443b" /><Relationship Type="http://schemas.openxmlformats.org/officeDocument/2006/relationships/notesSlide" Target="/ppt/notesSlides/notesSlide1.xml" Id="R327df4f03d61473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9e7f8c50a4467a" /><Relationship Type="http://schemas.openxmlformats.org/officeDocument/2006/relationships/notesSlide" Target="/ppt/notesSlides/notesSlide2.xml" Id="R7aa0d141ab3b49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63c7aafe5c44fc" /><Relationship Type="http://schemas.openxmlformats.org/officeDocument/2006/relationships/notesSlide" Target="/ppt/notesSlides/notesSlide3.xml" Id="R6b49b78b7f544ce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8e51c1e54c48de" /><Relationship Type="http://schemas.openxmlformats.org/officeDocument/2006/relationships/notesSlide" Target="/ppt/notesSlides/notesSlide4.xml" Id="Rce9d16f51e33447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5406f7de144021" /><Relationship Type="http://schemas.openxmlformats.org/officeDocument/2006/relationships/notesSlide" Target="/ppt/notesSlides/notesSlide5.xml" Id="R46fc9ac2bf93473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0af84caae94a99" /><Relationship Type="http://schemas.openxmlformats.org/officeDocument/2006/relationships/notesSlide" Target="/ppt/notesSlides/notesSlide6.xml" Id="Rb1102f8913a4451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8c67d7032d43d7" /><Relationship Type="http://schemas.openxmlformats.org/officeDocument/2006/relationships/notesSlide" Target="/ppt/notesSlides/notesSlide7.xml" Id="R0690238a8ff54a2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C7C8015-F10E-44DC-874B-A0243924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Legend — How to interpret support labels</a:t>
            </a:r>
          </a:p>
        </p:txBody>
      </p:sp>
      <p:cxnSp>
        <p:nvCxnSpPr>
          <p:cNvPr id="59" name=""/>
          <p:cNvCxnSpPr/>
          <p:nvPr/>
        </p:nvCxnSpPr>
        <p:spPr>
          <a:xfrm xmlns:a="http://schemas.openxmlformats.org/drawingml/2006/main">
            <a:off x="533400" y="11620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7944D2-928C-4D2C-AC37-6FAAED4D7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859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4694C7-3AFC-42D1-A718-C43D9FF12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811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Native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B041F0-502C-437F-A25F-7C957324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5811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Built-in, documented support in the named platform or component.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F029C1-205A-46EB-8893-5215CDF21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CB086D-77EA-4FF8-B001-F604C55E2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0F5295-DCE6-413C-8A1D-BC6EFD137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336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779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 harness automatically sends the signal; a compatible backend must still consume 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7F6CAF-3002-49E7-B6C7-AC028B1FF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908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2487B6-3948-4849-904F-49B4C5B42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/ Custom only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BB80AC-AF52-4E8D-8CF4-F8D4B230C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6860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Developer-written code, an adapter, or middleware is required.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95ECE6-3CB3-437B-8BAE-322541B4F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432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9B9E8C-4C29-4E09-9C05-4112385AE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385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B8A573-EBFD-4860-B7AD-8FD14B2D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385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79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Forwards a user-supplied field unchanged; it does not create, validate, or act on it.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788BC9-BAFA-4EBB-8B48-7355296E8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957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ACB86D-C0FE-47C0-A1E2-51054442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pass through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C2FFF9-F3C9-44C2-8574-B608CEA87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7909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Generic forwarding appears possible, but no standard mapping is verified.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AD9A0E-2194-40BF-BCBE-C748677E4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481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3A93CB-DF05-4CF0-870D-8B1AC774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434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DBD143-4266-44FA-8B92-E4006C750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3434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47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Support comes from the selected model provider, not consistently from the harness.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C379E1-195A-4083-8108-10787074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4859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08C6D4-72E0-4058-9D57-55195BC5F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5811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Internal only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6FBC43-97E5-40D2-9D3C-5D03D3E5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15811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Known or used internally, but not exposed as a stable outbound signal.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66C5F1-AA3E-4A12-A0E8-2A202051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0383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EE4F25-32EE-4AFF-B797-37F9B6F0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1336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/ provider-managed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197943-0F96-46CA-A115-ABC0917A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21336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Capability exists, but the provider controls it automatically.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52C5DE-AE70-4B7F-9A48-FC6F0EB5B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5908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FF00E6-A603-4407-8994-A2731364C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6860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 / version-bound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002835-E398-4AF9-A19A-7A1C065A9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26860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Integration-specific and not a stable portable contract.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D65B8C-1939-44BB-8723-FE73EB645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1432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D6BF28-158D-46A5-A528-44389D00C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2385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Legacy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D351D1-AB64-4804-B337-34209BC4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32385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Previously supported but deprecated or removed from the current interface.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8716949-CBA4-46A7-8B77-24F618825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6957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D1CBE59-FC32-443E-B27B-7EE25E100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7909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None / '-' / N/A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DAA837F-5390-4EC6-9986-629C0F5A4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37909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No documented equivalent or applicable support was found.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56C0367-B184-4F78-B8C1-DD6ABAED9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2481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8CA93C4-22E9-4CB6-8FD1-5010CF172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3434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Profiler / metrics / tracing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2C1CDAE-24A7-4B21-8B50-66CAB979A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43434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022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Observability only; reports what happened rather than controlling inference behavior.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2F5124D-E36C-47F5-847E-949E393ED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91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 comparison rule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0CD4B97-FA08-4EE6-92F4-75B7FEB2F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BF9477C-1DF8-432E-B67C-F01B37AB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Supported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8A5075C-1C2B-4B23-8775-80EB663AD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09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Native; Emits when compatible downstream consumption is verified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39C4BC9-3066-4BC0-A381-DB6FDF3F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15D529E-1E6E-41A0-9DD3-7A9AC5A33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Conditional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58B1EAD-3D6A-459A-8B7C-A5504343B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Provider-dependent, automatic, experimental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8DD5D08-AD2C-4921-A6F7-23F8CB91E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5EB89D7-46BA-4974-B52E-F1563F65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Not natively supported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BDE684C-769C-4345-A3E3-137173C9A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Custom, pass-through, internal, middleware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A621931-290D-4519-9284-3F07BD450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5B28F9F-763E-4F2A-90FA-3A32CF629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Unsupported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927A890-B3CB-4852-B9DD-ACE5F07B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None, '-', N/A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0A793F4-1456-462A-B755-DC126D8A3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067550"/>
            <a:ext cx="1428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Most important distinction: Native is built in; Custom must be built; Pass-through only carries the field; '-' means no native equivalent.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C704ABD-674D-4B25-A618-48C6406E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620000"/>
            <a:ext cx="1000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Cell format: human-readable description on top, compact JSON wire shape below.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9B37C77-F612-4FFC-BF86-A61739D39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98195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Example: Pass-through only  {"via":"pass_through"}</a:t>
            </a:r>
          </a:p>
        </p:txBody>
      </p:sp>
      <p:cxnSp>
        <p:nvCxnSpPr>
          <p:cNvPr id="112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EAAE33E-3D30-4692-B3E7-8295BB113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Source: user-provided legend text in chat.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FE840A0-8135-44C6-B386-60A18C1D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603104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44B5A9-4210-4A8D-BD78-63C4B4680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Focused scope — serving-plane control signals</a:t>
            </a:r>
          </a:p>
        </p:txBody>
      </p:sp>
      <p:cxnSp>
        <p:nvCxnSpPr>
          <p:cNvPr id="26" name=""/>
          <p:cNvCxnSpPr/>
          <p:nvPr/>
        </p:nvCxnSpPr>
        <p:spPr>
          <a:xfrm xmlns:a="http://schemas.openxmlformats.org/drawingml/2006/main">
            <a:off x="533400" y="11620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3AF0A8-8A24-42E2-BF02-491976C80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1381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This deck keeps only signals that can plausibly affect when a request runs, where it is placed, or how KV/cache state is reused.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21989C-EB1A-47FD-BF6E-868F312CD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36385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8193E0-8C60-40A5-8A87-68CDE6E4F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860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Scheduling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5DAFCB-C64D-4023-99DA-3945B14A4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43250"/>
            <a:ext cx="3124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Queue order, QoS tier, latency sensitivity, output-length and arrival predictions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B54BCD-AD13-4B2E-AAF7-57C43800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95750"/>
            <a:ext cx="31242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priority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latency_sensitivity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osl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prefix_id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total_requests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iat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C4AB69-9BC3-45A2-91E0-8F8F87256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76500"/>
            <a:ext cx="36385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CD9329-C15C-4F26-8579-C214CEC2F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6860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KV / Cache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4D0A89-2C58-4D76-8AFF-E72B96B5C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43250"/>
            <a:ext cx="3124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Cache keying, namespace, TTL, entry type, eviction priority, prefill, hit feedback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115B62-61F2-4B68-9419-631A69596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095750"/>
            <a:ext cx="31242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prompt_cache_key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cache_control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cache_salt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speculative_prefill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B280E0-0BBA-417A-9CF7-B6B6069D4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476500"/>
            <a:ext cx="36385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4B85C6-B32A-46CD-8B9B-65808EDBD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860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Routing / Worker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1153FC-C248-428D-BAC6-B17FEB48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143250"/>
            <a:ext cx="3124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Backend selection, prefill/decode worker placement, data-parallel rank, sticky routing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A26D1A-19D1-4162-8A94-26F620B3F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095750"/>
            <a:ext cx="31242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backend_instance_id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prefill_worker_id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decode_worker_id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dp_rank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5E9651-C110-4CAF-9128-033361A36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2476500"/>
            <a:ext cx="36385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660483-DCA0-46C3-843E-DDC3F80F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26860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Affinity Identity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0349D6-BCC0-4B00-8CAC-1DF40C2A3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3143250"/>
            <a:ext cx="3124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Session, parent session, workflow prefix, and trace context used to correlate or preserve placement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AF03C1-524F-476B-A856-E9D57DD6B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4095750"/>
            <a:ext cx="31242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session_id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parent_session_id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prefix_id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traceparent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2B1FAB-88F1-4303-B013-E59E3CE8B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438900"/>
            <a:ext cx="1466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Dropped from this focused deck: general reasoning controls, sampling, output verbosity, lifecycle metadata, and broad observability fields that do not directly control serving behavior.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44FB7A-BAED-4E40-941F-3011E31BA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124700"/>
            <a:ext cx="1466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NeMo/NAT NVIDIA-extension hint bundle: priority, latency_sensitivity, osl, prefix_id, total_requests, iat.</a:t>
            </a:r>
          </a:p>
        </p:txBody>
      </p:sp>
      <p:cxnSp>
        <p:nvCxnSpPr>
          <p:cNvPr id="46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B4A5F7-5992-4EA0-BFA9-64B77B716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Scope rule: keep signals that affect scheduling, KV/cache handling, worker placement, routing, or affinity.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4F4E01-1540-4161-9981-41D88B23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6836307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A26891F4-B341-4A81-9D2E-5E7EF7C5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Scheduling and workload-prediction hints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D03E41-F0F8-4281-8E7E-DAF84BF08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Signals that can influence queue order, service tier, latency treatment, or predicted serving load.</a:t>
            </a:r>
          </a:p>
        </p:txBody>
      </p:sp>
      <p:cxnSp>
        <p:nvCxnSpPr>
          <p:cNvPr id="185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0E37FC-1F5A-49BC-88BD-D31B514C4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333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00A58E-21F1-4055-9063-EC024AA7B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2971C5-6A58-43C4-9092-C256C6624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2A2A2C-6409-4717-96D2-25D28C7D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Dynamo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2034E9-85F4-4E05-953B-64C4A7A36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9EDF62-BFDE-4761-92BA-F8B15F519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NeMo Agent Toolkit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7904FA-08BC-4CB8-A127-7D82D0066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3A026F-A97D-4C54-ACF3-4AC55A552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Claude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140575-100E-4715-A294-373DA67AB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D77A58-10F8-403D-AFD5-63637353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Codex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1D1DAB-971E-41F5-9E5C-27753B3D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04EB9A-8FE5-4F1E-862E-57073C3F7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DeepSeek Harness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02BD42-BA28-4CF6-8427-18390200D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73A6B1-ADEE-48BB-9186-38934BE0D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 Agents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C3DE07-F2E7-45C9-BFBA-E70554CB5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B32461-E4CB-45B7-BC3D-E0C7020E5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Qwen 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01374E-030E-42DC-8E8F-E92556654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48BEA1-8D2E-4405-9951-42DCB88C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336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Soft priority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FF6232-D5A8-40A7-AAE1-447E9440E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0FAE03-1F01-40F6-BC99-861399B6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nvext.agent_hints.priority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C26764-A7E4-4E46-87B1-54FE4A74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{"nvext.agent_hints":["priority"]}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1F0C29-514D-4FF0-A0EB-C51C9972A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E400D1-5C72-4EA6-A57A-70A1099A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 priority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A7274D-F172-41B5-8036-25E31D46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{"priority":"priority"}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4FF686-C89E-41C0-9FE3-D92759AEA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FD1528-1D36-4A7A-A314-FCC012BF7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333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BD5FC3-4013-47DD-B8C4-09AC31D52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676EBF-3A15-4A57-8317-F32011FB1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33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AC30942-FC73-473B-AF22-F96A4F1B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8297CC6-EDE4-4080-976F-F3D90E1D8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2333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A13C70-256C-4CC8-A90C-F055692E3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705559F-423C-4F83-B5B1-ECAD5F02F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middleware only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38FB83-15E9-456F-8532-3252EFBD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1229FC1-0016-44B5-986D-E13913E0A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4936018-A495-49F8-A130-C3B43892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extra_body pass-through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9A187C9-8A74-47AF-9A3A-82B848682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{"via":"pass_through","priority":"extra_body"}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76CFF48-7940-4564-AA43-A559D9F97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623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FAA33B3-5D0E-4FC4-BC58-4FB54395B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480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 priority tier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910DE8B-D8F4-4446-BAC8-9EFDCCD61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2DB19AC-1221-45D9-B886-C4FDF876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strict_priority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0D2E649-2FC4-4D36-BA54-59814B29E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{"strict_priority":"strict_priority"}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2D09F12-123D-4ED3-B43F-2CB92AAA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D3A816A-C286-4835-9097-8C9D1979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248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1E47662-83B7-4CE0-9E6F-E7BC522CA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07AF7E7-7AB4-47BA-956C-57D0DD6A9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248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1998392-0301-4147-B6F2-EAFE4039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28ACE6C-F0CB-4CA2-87B7-D54835A5D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248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3191955-9DFE-4C6F-A1F4-13BA0268C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B4E2320-3A89-463C-B723-A4F4223CD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3248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E7DFBDF-3386-4FB0-BABC-EBEF3EFF4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0002435-F185-4C1A-B872-22EFB999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only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53CD4EF-08C4-4C25-A9D7-1BF7684A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2A4E263-0BD8-4E9D-A366-7AD44D799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1C478CB-5AEF-435E-8F1A-E534554C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99B768A-DE45-44E0-BC23-A6127983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B0CDCD2-A25C-4662-A583-3379495C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767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C3E197E-1808-4737-B329-9DD04CF59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624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Latency sensitivity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C49E7F5-53E9-4AC5-9A43-757D20AD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8F6A3AB-DCA4-43F8-80D0-85CDC5B33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Legacy field; removed from current schema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3FD5373-6E09-484F-B776-F1D620ED0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{"legacy":"latency_sensitivity"}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C0065D8-C931-41CD-8C8D-6AA37E4E8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90BD28B-D828-4A09-8723-72A50434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 latency_sensitivity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6ACBBEC-8197-4DCD-940B-EE1EFB784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{"latency_sensitivity":"latency_sensitivity"}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05DF000-5627-4530-A14A-22D23FD9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0CCC2DF-3E0A-4EB9-AB7A-43CB82991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1624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95A7314-CBD4-4525-9488-3FF3B5E9B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993371E-F2BD-48A0-9174-B97B5544F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1624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3A9B55E-2906-44BE-9155-F1BF8A28B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1DB2E60-CCA8-4122-9172-4D53EB504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41624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8C4494D-FCFA-4DA3-9409-B3E0C430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044B9F1-CCEF-45FD-AB6B-1C955C20A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only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D3740A8-6018-446A-B48F-C5E85769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5CC915B-EFBE-4334-8A52-8FF17BCB8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B64DF3C-2B44-4F18-B743-A51ACBCD7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88E2D8F-E2E5-47F7-99C5-FBE5B62FD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70534A2-79D8-44EE-9317-381FC1A0D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911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FB1BA70-AA1F-41BF-8635-2F1E831AB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768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speed/QoS tier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8A24A016-97EE-4109-BF09-0C01A449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4D096F8-BCA2-41CE-95EE-D21B2F20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0768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1F7AB28-3AF6-411C-8AAC-9E3BF4F34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C9854EF-CE42-43D8-8946-EB8ADC38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8B66A84-741A-4CB3-832D-1A6E7568F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6F575B62-67A5-4209-B136-0C8A0523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7D8B69B-545B-47C6-AABC-2AA1F389E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Fast mode / speed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1172F21-17CC-4EDD-A860-64580664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{"qos_tier":["fast","speed"]}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B51FBB0-BFB2-4FE7-91BC-EBBDF93E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3FB60E0-8E75-49E6-85DC-C1E55ECBB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service_tier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00A9314-52D8-4F1D-A24D-ADB9B4E89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{"qos_tier":"service_tier"}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03A8659-C00F-4935-B057-28AAFE05B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9734431-139D-4879-8100-9EDC7F78C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0768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B0709F9-57A9-4D40-85F7-4C3F203E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5D1D222-55F2-4CF4-B70C-26E6F3668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95521F0E-3357-469C-86B6-E01BDF79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3E24EB6-EF22-47EA-9476-7BD02CFD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9BC61F4A-5431-49EF-B49A-FD6B34BC6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Provider-specific extra_body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37CE1C2D-841B-4BD5-9611-1DCEDB0A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{"via":"extra_body","qos_tier":"extra_body"}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C5EF2A45-A092-493D-89AF-8B9949333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27C33CF-837D-4181-98E4-F71E56A3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912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output length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F6A7533B-9988-4F61-A3EF-DA249BE40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4D256898-1181-4948-A541-FBEC652C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osl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32C4EF24-AEF8-4E93-A642-B0CBCEF7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{"output_length":"osl"}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15849DF8-B75A-4076-9F71-2C55F8FDC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52AA1A25-4AA5-4908-8639-01B23C11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 osl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66CB7716-6584-4E6A-A687-B9605FE07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{"output_length":"osl"}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A4C5CF85-5880-4FD8-A29E-DAEE7217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7CE7051D-CB86-4BF8-BEBA-50F268945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9912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34C84F67-0E37-4652-8581-F6FEFC101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4299F818-130E-4134-B71C-E82126D0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9912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362DEF8A-BE6A-4D77-9DFD-A211FA19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9E1CB7AC-C79E-4977-84BB-B7FFF944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9912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37DE681C-2AB6-4693-A506-BBC061D9C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88FB0C1F-3486-43C0-875B-B1296540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infer internally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659C0776-8D7A-4882-AF1D-D3F418284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5B53BE90-F63F-4FEC-86EE-1E2BB5E94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DB6A1ADE-236D-4B43-889E-55AAEFF7D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F4E40BC4-3C60-4635-9A91-419833B78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445F82CB-3568-45D7-BE98-409D126A2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199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2CCD9635-F878-4685-A30E-0CE415963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056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interarrival time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E6E0C142-29B6-4DF3-934E-07E50F51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869E0CEB-BA85-43F3-8FD2-1ACFF34A6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60ADF15B-4BA0-4F3C-8783-5D7EC28A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6326FD89-2A9E-427B-9271-9551052C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896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iat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DE4F4C99-2403-4781-BD2F-355BAE53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7240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{"interarrival_time":"iat"}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E03930F8-77F5-4F87-9DB9-975A4FB6C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06531EC9-83F5-4259-956D-AC9D84891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5BB00A75-D36D-4EFE-ACC7-6BA6CD545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F4A58FE5-B35B-4065-BC00-9B0FC5D75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227634DD-11DD-405B-955D-DA2985C9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D035588B-CA06-4BE9-8890-645555C8A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B68E457A-0FA9-4DAD-BB82-F789CF223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C86ED9E2-31CC-4A32-9B3A-38C34029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48C4D360-9D31-4A4A-9A4A-DBCE879A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157A5203-F838-4C22-8D5F-51F609CD0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6896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B2A068E6-52FD-49D2-8129-EC425964D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7240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2548AF90-37EE-4A87-AA8B-13A3261E4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A6D29403-2C70-4CBA-9D82-290790E86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Predicted remaining calls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97DCAFFA-663D-4264-9445-B03AD888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C168B459-D48B-41B1-8D1F-4704773F2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7820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954692CA-FE8D-477B-8C2A-BDB6EA977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1D2BD16A-8085-49D4-AB49-DDD01270C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total_requests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E71C0EE8-C8F5-40AF-AEB8-71EB4CE27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{"remaining_calls":"total_requests"}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445FF94B-6447-417F-9286-7DC70323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D8B3E6BE-41A0-48C2-B2F1-C142934F3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7820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B58AB1D3-CCDE-458F-A8EC-4C449E36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0EBC09E1-2B35-4A9D-A453-89702B026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7820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2F8C3C1E-4A7D-4CB4-B57A-C8AD1898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EB69DAFF-EFA5-44B9-A338-D60C320AF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7820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CD9B842B-CC08-40F5-B27C-DA867888B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66CD62CB-F803-41F6-B23F-62C9EC76F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Workflow may know internally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F1E0A5F8-25FA-45F3-98F1-A51BB5ABF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A5F2AC08-22F3-4B78-AF31-99165F8FB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2C49CBA1-4305-44FF-AE3D-5F3162D9D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01393D71-66A9-48CC-891B-87BD4743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1B37B169-F0CF-4430-8375-B1BA76DE3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487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E50FC240-FF42-44E1-8ED0-D7D86D04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344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Prefix/workflow reuse ID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EC39D167-4A02-4DBC-8A36-7B3EFD135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54077F91-2BA9-4B59-8A03-CCC40E52A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 ID is closest current concept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AA0FB669-5DB1-42D1-9D46-BB9F4D940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{"prefix_id":"X-Dynamo-Session-ID"}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19DD64B4-0832-4F90-B654-F9B644787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41A21442-54B1-4ED2-9A26-DF64C86EB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prefix_id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FE044AD2-71C5-4944-97E3-CF22E09A7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{"prefix_id":"prefix_id"}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09EAA57F-F0AA-4EFC-9E49-5233D481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CCE2F610-7F07-4172-84BB-8FFF1812E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Session/agent IDs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4A415085-FACD-474E-946E-95A7493B6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{"prefix_id":["session_id","agent_id"]}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2E058CF4-331D-4CB4-8690-78EE30EC8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0471D38D-9D88-4C6C-9300-B9DF6DC64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Thread/cache key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DB9C355C-EDAC-48B7-B26A-A3369667D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{"prefix_id":["thread_id","cache_key"]}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15C6A8E7-3EF6-421C-BE16-0DCCBD061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EBE448E6-6DA5-4FD4-B296-E9B0E491F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 ID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1E5B130E-6198-445C-8A82-BBF1918A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{"prefix_id":"session_id"}</a:t>
            </a: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8AD6E4B2-5A8A-46A3-BE6A-D56038876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AEACC63E-61B0-490E-9CF6-96AACF1A0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thread_id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F59C36B3-D1AE-4FA2-BC6B-23ECB5ED2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{"prefix_id":"thread_id"}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B624BFDB-D9BA-4509-A736-37E193779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584F0E5C-6B08-4746-879C-78D556A2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Internal session only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D3813EEB-08DE-4C39-B999-FF66ECA4B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cxnSp>
        <p:nvCxnSpPr>
          <p:cNvPr id="362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75D60FD0-D249-4848-A424-4F4B38908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33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Source: user-provided screenshot; each populated cell shows description plus compact JSON; '-' indicates unsupported.</a:t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EA03A4A8-1CEA-4515-8407-67FC878AF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9740849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D4C49D31-36FC-46F7-9CC3-698A46DC7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KV cache and prompt-cache handling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1CBF55-6AAC-4129-BF4A-053ECE1C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Signals that can influence cache reuse, cache isolation, retention, eviction, prefill, or cache feedback.</a:t>
            </a:r>
          </a:p>
        </p:txBody>
      </p:sp>
      <p:cxnSp>
        <p:nvCxnSpPr>
          <p:cNvPr id="194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6E7E0C-9D4C-4ABF-B62F-09A6B93C5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333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CD31EB-123C-4C2E-9DE5-AA0AA1625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D3F996-C63B-480B-98CC-BD8291D0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8D42B7-D0DD-49A2-B4D9-D52997C11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Dynamo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A176AC-47C0-42AA-9EFF-B5AB0484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597759-63D5-4846-914D-955FEBA3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NeMo Agent Toolkit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100B7C-F8BD-4E3A-AA9D-AC3ED40B2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1FEB79-1F4B-4DBC-8411-57919062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Claude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472E59-6DC8-43F5-A788-6529BB613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43B0BA-F5AE-4B2B-8C6C-1EA5D40A3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Codex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9CC6EB-DF68-4984-9298-C85C5739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56AD33-4184-49D6-8042-D7183DE38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DeepSeek Harness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9089DA-ACC7-45D2-ADF1-1D211D09E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DF3AFB-912D-415F-BCF9-90AB3D78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 Agents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814B66-3366-4706-996F-9D312F25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788468-B516-4495-A95C-FF9A8D8E2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Qwen 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0464B9-BA1F-4C13-8B1B-63792ABB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643091-60DC-4592-A79A-119F4D6BA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336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key/bucket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97BE24-6DB5-4A42-96E2-0C61D32FA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1DFA46-DC3B-4801-8E3A-1C190C058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prompt hash; no client cache key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0201D7-3A8C-49EC-8040-8B54EE874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{"cache_key":"Automatic prompt hash; no client cache key"}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70B007-7A3C-40EC-B6A2-5E42B1B5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976669-6557-4308-9655-B8F99651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prefix_id, but not equivalent to a cache key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23B98B-2414-4C66-B94A-185839B66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{"cache_key":"prefix_id"}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7A9F49-9670-4F76-81C3-6F4D4A700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4D38C8-8B29-477D-9867-801FA4D3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Exact-prefix matching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B90BD7-88EE-4E4B-97EB-C91B46266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{"cache_key":"prefix_hash"}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92855E8-D2EE-482E-A0C9-79130005F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916BE5-3A5A-403E-8F3F-A5D9E8149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prompt_cache_key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A797A4C-A5BC-4D4F-96F1-DB83D1236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{"cache_key":"prompt_cache_key"}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44353B7-E0E2-48A2-A2BB-0C9A07B19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7343B3E-1234-449C-8E7F-347833A77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prefix matching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85FFE84-078B-45C3-A5DC-2ABF95962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{"cache_key":"prefix_hash"}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29CA298-A998-4F4C-ACC1-CDC74859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92AAEA1-7FE5-45AC-B7C6-A5F3B81C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middleware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1608624-AA04-49B2-AA2F-733DB94A1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766FBA-684C-461E-BE4D-B0D02497F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890BF8-ED43-4590-BC41-2F6718310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prefix matching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AD51D72-1680-4DA5-9A33-2E9C09689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{"cache_key":"prefix_hash"}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C9A2020-A318-4033-BFDB-75D670AE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623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3B67D49-BB59-4706-A184-C100B7F32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480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namespace/isolation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FA1216B-C554-4F20-ACB6-59A8BC4CE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4D9127-F070-4132-8EC0-13856C032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nvext.cache_salt or x-tenant-id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BFCD854-F6F3-4B45-867D-FDF891A30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{"nvext":["cache_salt"]}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533A261-60AF-45D5-B7C1-AE885D387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C98F597-0A6B-4A7D-8CBA-F9C341F31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pass Dynamo salt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914BA6B-069D-4662-A557-19194C4BD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{"cache_namespace":"nvext.cache_salt"}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8F28B1F-698D-4B80-818C-1C5B673AC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55F3619-D8A3-44B8-B408-634ADE068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248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1648E7E-E286-4F9C-929D-C46FA69FD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E4318E8-F9CC-4913-8B61-D079D5445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key provides bucketing, not tenant isolation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5DE2BA3-8605-45AF-BDCF-4B2027620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{"cache_namespace":"prompt_cache_key"}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F46B7DF-0C6D-4A24-BA8B-844DB217C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BFA7F3A-DF60-4200-B690-9D7D55C87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3248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0D14A97-C05A-4FF7-BA8E-8A6EE41F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FB457A6-D508-4FB6-A117-8CB0207F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3CC2386-C2CE-402A-B02E-2B09C4731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91F6904-C276-43EF-88BC-9D7B3F41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5C00B70-31B3-4C67-A7E8-E5FFD8C13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Static header/body pass-through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2605C78-7BBE-4BB8-9A96-E194C0F98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6F59393-1672-40CE-BC50-577891B62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767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D58EABE-24E3-4CE5-8CCE-6898E72C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624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TTL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B789E9E-64F7-40F6-988B-D0ED65A7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8220722-1520-4676-BEEA-B26F1DCA7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1624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6044E41-1277-4847-8BF4-06B25F12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CF0A13E-9746-4ABC-8AAB-79A4B92A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 nvext.cache_control.ttl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E3F5FC6-A761-4094-BB7D-1B3850763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{"cache_ttl":"nvext.cache_control.ttl"}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E4C3D16-DA23-4DC2-8293-5ED237C9E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87D06B4-4310-43AE-A94A-304B3B0F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cache_control; 5-minute or 1-hour TTL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BB3B647-4E8A-4829-AF80-09126E610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{"cache_ttl":["5m","1h"]}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CC09146-56A5-4515-B86C-0AFF986BE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0C75C7E-5335-42E5-A6A5-26F35E4F9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 explicit TTL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9458721-ADFD-4520-81C6-EB148C547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{"cache_ttl":"No explicit TTL"}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5F49CCA-DB18-4224-936B-423B2EE19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93454FBA-51D8-42A4-8B66-39CBA153F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 automatic TTL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D5B3390-36AA-4097-B3F2-7411ED2D3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B46F990-B8D6-4D9D-BC76-B87B0CFA4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5624E68-5E68-49E8-A8E4-8EE81FE67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Anthropic/Bedrock middleware; 5-minute/1-hour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15E54AA-A63A-439C-B191-9166EBF58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D8C7370-8905-4DF9-99FB-B417866E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5AA5300-1750-4CD4-9A3A-046BEEF1E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cacheRetention / provider cache control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5B2291A-DD56-40AC-B2E9-00FB2D60D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6B7FC939-3E54-4FF1-A388-B11983475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911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993125A-9EFD-4AF0-8F2F-92DBE4906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768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entry type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1934AD7-8E51-4084-8867-A28BB3391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F8354BB-DA32-487D-B8D1-9236F4953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0768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81FE4D8-6909-45FB-8D07-416966C2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A1198E8-63A6-4215-8470-E886B6F3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type:"ephemeral" experimentally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F84B81F-8BB1-4E99-98E7-2D0CA5EE1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{"cache_type":"type:\"ephemeral\" experimentally"}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60B0370D-2992-4240-AB0E-BFAF8468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31BA1DC-0015-4B3A-BA1E-5AFA70F15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type:"ephemeral"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D3BFD49-9D1A-40EB-B25B-CB6AE2FE7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{"cache_type":"type:\"ephemeral\""}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7ABF63AA-3D0D-44FB-A3CA-DFC7548EE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6155FCC-0ADA-41F4-886C-DAC5A5C1C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0768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684D1DF-E90A-4D18-A4ED-0697D9A56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23A0E5D-2DEF-4D25-B8E8-DCA2312C0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0768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D441D90-E110-439D-BE17-1323FFDF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61C4AC59-D2AE-4688-ACDB-A668AAB7E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4E6C344-0F51-48A4-B563-46A04BFEB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59317912-3A99-44E6-B2F0-F27AF6E57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1E0A9E53-AE2C-4486-8CF8-45D4384A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70D5A525-23B9-42F7-958B-CBA7F625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C1C76AA4-139B-4D08-9BA5-F2DBC3B76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D4D4EB29-6B79-4A67-BD35-90937CC6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912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Eviction priority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37BA4894-B25A-415D-8E17-BFA09B69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AC75C631-50FA-40B7-A820-7D1C0B63A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priority; currently effective with priority-aware SGLang cache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AD9D119F-ECA5-4869-8F65-57013451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{"eviction_priority":"priority-aware"}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5966E672-6113-4053-A7CD-1ED81AD52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3E907657-3F9B-4B0C-8C4F-E9896653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 priority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CD666FDC-4A57-4E8D-8E80-22DB940A2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{"eviction_priority":"priority"}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DAC2B332-8D85-4579-A7C9-A1DEA5C0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F1CA83A5-CBAD-4851-9D20-99D08F0B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9912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A6345A92-F94A-4569-B47D-3FAB4BEF1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E77781A3-12F6-48F8-B22D-C292B6AC0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9912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A6062DDD-714D-4775-A613-DD386FD4C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680C9ACD-56C5-4BE6-8409-15A2AFB6D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9912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CDD39887-2E29-44EC-A0B5-D57F56B3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728C345-BD6C-44A8-A2ED-1BEF5EF86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None unless custom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147FE58D-C91C-41A5-960D-DAB2E11A3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{"eviction_priority":"None unless custom"}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6B19050E-E2E7-4EC6-A4FD-BA2C86B3B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1CD1C77B-9604-463F-AEA5-14D05850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090EB39-B915-4E46-AD1F-41F9569E5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F432D892-2024-4806-8875-94933D3B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199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E2E3BABA-C954-472F-B1E4-D7DDFECB3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056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Speculative prefill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7E34C0EB-ED25-4810-9AF3-682C22184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5802221C-9A7A-4024-824B-32F92BE5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896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speculative_prefill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5A8D9E95-F3D0-45D0-B599-517EBD7B9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7240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{"speculative_prefill":"speculative_prefill"}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25276568-B822-4E6F-8A3A-0E8ADE51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C46E65B7-F6C0-4AE7-8744-5E4B9800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5A45582C-A141-4DE1-852B-6FEBDAE61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F6CB22F2-C00B-4754-81AD-D61801E2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8D8DB837-5446-44A8-99C1-3DC0646AF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207D364F-1051-46A3-B967-D6907ABD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896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WebSocket prewarm, but different mechanism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3F8A99AA-4277-4CD9-B8B6-E50216E9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7240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{"speculative_prefill":"websocket_prewarm"}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3890AC71-9032-4B58-A047-2342668D1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DBA0147A-3EFD-406F-8C93-01B7E260B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BF1E4084-13E3-4858-88CB-E3FE47EE4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F71FDB58-B230-4BEC-99E3-159677A43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FF45ABCD-E8B3-45B3-BCEE-A5D6D2C6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D982AB07-5422-44E1-9AB7-1D34C24FA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6896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UI speculation, but not KV prefill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A05B01EE-DBEB-4B8A-9CB5-541C0DFB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7240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{"via":"ui","speculative_prefill":"speculation"}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512E70C7-021E-4378-94D5-3AA420A6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FBC9676F-A8E8-4EA8-B48C-DA81F3244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Cache-hit feedback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205CC8E0-40C6-4FD8-AC99-C84AF73BE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C00DC996-E2C1-4249-A868-37372B51B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Metrics and response extensions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C707CC84-5937-4AC1-91F0-D39B0EF5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56D7FA61-316A-4F99-ABD4-68EE9DD6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4969194B-0231-4690-8732-7DB480CD9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Profiler/metrics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FD11F4CB-482B-43C5-AAD4-095D1D18D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A33B78A8-DAA5-4550-94CC-213E0946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0AF5CF6F-C445-4A3E-8F72-4B1EEB5B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Cache-read and cache-creation usage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891F43BD-6F1C-4ED4-A2BE-CA2BE3DFC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{"cache_hit_feedback":["cache_read","cache_creation"]}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80133DEF-49F6-4A4D-8976-24D5348C8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233976F7-2634-4DBF-8533-8CCBB566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Cached input-token usage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23590CFB-FD64-4C91-B5C2-16400684D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{"cache_hit_feedback":"cached_input_tokens"}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B1901C14-8049-4E50-A994-2F80BE8C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EC1E2DC1-84B0-43E1-9EC0-2CB2DFF07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cacheReadTokens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B3E61610-149B-4787-9C54-FDE06537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{"cache_hit_feedback":"cacheReadTokens"}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E64DDB2E-A8B6-468E-9E73-883CE89EE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5C1BA1D4-DD4A-4647-AB20-EC8FD8AA1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trace data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E610D007-7BAE-4DED-A32C-E5509CB4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83049C39-0E66-4996-BA87-D8764444F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E003279F-FB2B-47BA-82AD-3B422C834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Cache-hit metrics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A18CC734-9B64-4B09-89E3-99CF0BF69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9EE3B9E4-4447-4EE4-8EE8-024CEAA8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487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4344A480-21B6-4AD8-B0CB-8DE2EF3BD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344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pinning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4A5C6B6D-8BA1-44A6-841F-2D3433FD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F16FF621-37DA-4D1A-A320-1B30FFA7C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87344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A3A168DE-8829-4C69-85F8-C30F06DDD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7B091036-4374-4E84-80C7-6B2AF5B61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Experimental/version-bound</a:t>
            </a: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9E514131-79A4-48D6-A772-3553C395F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{"cache_pinning":"version-bound"}</a:t>
            </a:r>
          </a:p>
        </p:txBody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98CF6F65-7290-417C-8985-176FAC3E3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E3A1BA9C-1221-4A44-A37C-ECEF7280D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 TTL retention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FB877AF0-73F9-4EDE-9AAB-77E574AB5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DDD43B82-DC8A-4CDB-8B51-9BC8872B7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F80B1AD6-F445-4E1D-9803-0B778CBB9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87344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C5CC8944-D0B8-4E45-A894-7BCDF869B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47DBDCF3-6C3C-4B3A-9091-02F90F50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</a:t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201BBDBF-F036-475B-81EB-0CEA3B79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43BBB53F-39D8-4695-8BC0-4DB28750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4389C1AD-2783-4FDC-A569-86F0A3F45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middleware</a:t>
            </a: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E82585CE-668F-40A2-ABD5-F6D67C503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584D2EC8-AE5A-4A60-9D7A-DC96AF71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D54CC1C5-C2F8-4A39-BEF0-80305E5D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F04BB960-0D54-407A-A411-637ADF6F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cxnSp>
        <p:nvCxnSpPr>
          <p:cNvPr id="380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BCB82EF6-8595-46E6-8E8C-630414456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33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Source: user-provided screenshot; each populated cell shows description plus compact JSON; '-' indicates unsupported.</a:t>
            </a: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50BE5AD2-6ACD-4243-B5B6-72EA85A5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2833181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EC5D9DCD-679A-450D-8611-8466D7EF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Routing, placement, and worker selection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2B551F-8CE9-4773-B09B-6BF68CA81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11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Signals that can influence backend choice, prefill/decode worker choice, rank choice, sticky routing, or cache-aware placement.</a:t>
            </a:r>
          </a:p>
        </p:txBody>
      </p:sp>
      <p:cxnSp>
        <p:nvCxnSpPr>
          <p:cNvPr id="173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C3E6DA-8968-4D15-B67F-A317BE7D3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D94EDE-1F05-489A-AB4B-06D970C4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AD9228-230D-422A-B45B-F20BB92E6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1695450"/>
            <a:ext cx="215128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807FBB-9ACF-44FB-A836-F867ECA65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196078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Dynamo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EEFA13-3FD2-4D8E-9F06-1F682DCBB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814" y="1695450"/>
            <a:ext cx="215128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7C8A8D-1D5A-403D-9986-64918DEB4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1781175"/>
            <a:ext cx="196078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NAT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4EE604-CA65-402D-8009-93453D09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1695450"/>
            <a:ext cx="215128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085BCF-AB8E-4546-B629-6B08E4CCC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1781175"/>
            <a:ext cx="196078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Claude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8A5F01-7CB0-4547-884A-017F2C186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393" y="1695450"/>
            <a:ext cx="215128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F23A4F-365E-4195-9555-3CFAC2DB5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1781175"/>
            <a:ext cx="196078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Codex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4983EA-8287-41E3-9376-AF2209AD7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1682" y="1695450"/>
            <a:ext cx="215128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D46199-1D39-4FC4-A0F9-D64283364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1781175"/>
            <a:ext cx="196078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DeepSeek Harness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4D1019-70CB-4FB7-AEAB-A11DF2096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2971" y="1695450"/>
            <a:ext cx="215128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1A64C3-8699-4986-901E-62D665D9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1781175"/>
            <a:ext cx="196078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 Agents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AD2236-0527-4B4A-89C1-1967DC87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4261" y="1695450"/>
            <a:ext cx="215128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E1FBB4-DF33-496E-885E-20C145F2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1781175"/>
            <a:ext cx="196078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Qwen 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A388A0-881E-4641-9132-DE1AC26C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2143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F7BDE8-271C-4B90-BD45-A4871B780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33625"/>
            <a:ext cx="1952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Direct backend selection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2C50BF-5E0B-4354-AC99-36B814151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2247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4D5E23-1615-4131-8821-F1EB6EF64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324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backend_instance_id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2CE6F8-E06B-4832-BBBA-4FA1E4907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729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{"backend":"backend_instance_id"}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9C9EA3-CCD9-4E27-95CF-6ACFE7BF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814" y="2247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512177-DF57-4692-BD74-2283AF43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2324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pass through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DD6362-5BC4-41CC-9930-E675B0CB5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2729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55211F-0473-4F00-8046-F664AF220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2247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CC7448-FAB8-449E-BB61-743493186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233362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C9748C-3320-4607-A552-B7B5F8496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393" y="2247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66C629-2C19-4736-9B3B-C37F698BF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233362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A340A32-CD3B-4C35-B1B5-1AC1BC09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1682" y="2247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12350C1-65C0-4DC8-9AD9-55324B12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233362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841C7E1-70AB-4C41-BD0A-92FC2290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2971" y="2247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010CE81-D3CE-4A83-9A62-94CA9D1C3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2324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middleware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0AF1696-ABE6-44DC-8113-0765FED4D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2729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9135AE-5E04-469C-83C7-2465FD5B5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4261" y="2247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4655F23-C349-4633-8D02-BB08B4896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2324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Static extra_body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5EC524B-20C5-4186-9CDD-35FE4AB63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2729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{"via":"extra_body","backend":"extra_body"}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D5DF03B-0C2B-4B99-A0CF-FD39E759C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2143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87FE851-E0E9-45A5-ADEC-AF7C9DB82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81375"/>
            <a:ext cx="1952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Prefill worker selection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1ADD943-2798-4456-91CA-901D280D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3295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28AF7AF-4388-437D-B7C6-0B3111C91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371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prefill_worker_id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D9370B-765C-4E0F-BBFA-067DE9E91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777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{"prefill_worker":"prefill_worker_id"}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FD4CF8C-1747-4D75-B6CE-505F9D8D1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814" y="3295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01D43BD-99C1-4BB0-8ADF-032041247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3371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pass through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FAABB0E-F5FA-49F3-AB0C-BD0280B3C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3777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AC2011C-95C0-48FD-9F7B-48C7BC7CC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3295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ABD21BA-692E-4E1A-896C-628A36378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338137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AAE4F1B-A9EC-4E25-A09B-E850D63BA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393" y="3295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5F6B820-8DE7-4F0C-B9C2-ECBA48BDF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338137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0DF695E-4704-474A-8FA2-70D9768BD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1682" y="3295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9BF01F9-CC92-4F8E-96CC-6FCF90BEE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338137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9C20661-3882-4BE8-81FA-E27151477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2971" y="3295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6EE7C9C-C3FE-488C-AA4F-58DDA7E3C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3371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4A6E4A0-18A5-4EE8-B893-A3B374B7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3777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D0D4C95-61E7-41F4-927F-627E6D9DD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4261" y="3295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6C56130-551E-4B0B-BEBA-AA60BE8A6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3371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F9E1615-C851-47F0-A3DC-873B1502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3777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322C905-2F06-4FEC-BA78-F7EF8425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43400"/>
            <a:ext cx="2143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1028CC7-F0E6-4E6A-81F8-890CDB52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29125"/>
            <a:ext cx="1952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Decode worker selection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38D6EDD-F8C7-43D0-A93A-54DD455D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4343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31FFBF4-3AF0-45C8-8C92-6236F6DA9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419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decode_worker_id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9982CA6-0030-4F54-8C20-B32CC920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5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{"decode_worker":"decode_worker_id"}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305970C-0BC5-4572-A01F-D996B48B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814" y="4343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AA3D9B2-00D9-4C52-8674-56AF1F4E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4419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pass through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FC9E2C8-8750-46CE-AB5E-CD6F9334F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4825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B9CF5D5-216C-4AD4-91C9-0FE6E0C96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4343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C22C615-AEF5-4222-A4F1-3F3F1D343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442912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434D5D9-5CCB-4A62-9EF3-6BBA56A4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393" y="4343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7F40187-7966-48A7-A671-8ECFA2742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442912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E1286F9-934A-448D-8F6E-8F806ED9C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1682" y="4343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40D06D7-F8B2-48A4-8C6C-60598ACDC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442912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39B625A-B8D9-486C-BB96-E0B19FD9C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2971" y="4343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31AC53E-C0A4-456F-8A46-65454982D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4419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A714C13-241F-490F-AD41-356EDCB6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4825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86030B4-F15B-4D0D-B0A7-D938F5707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4261" y="4343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9CA4CDF-9E62-4608-B9B7-453EDFFF5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4419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401B495-AEC9-445D-B4EF-CA3987F46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4825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8AD1F4F-8F1B-404A-9CF0-B2B67256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2143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0F0B7ED-D900-4601-9269-A5C5419C1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76875"/>
            <a:ext cx="1952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Data-parallel rank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9BBC54D-0416-49C9-96CD-FA1916D5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53911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C56AEBCD-3F3A-4FD7-9D67-703C7EC70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4673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dp_rank, prefill_dp_rank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C877C3E-F726-4C26-9E2C-5D6ED7AB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8731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{"dp_rank":["dp_rank","prefill_dp_rank"]}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0BBDBBB-B33D-447F-936A-00CFDC507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814" y="53911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F115531-E6FD-4D2B-A1EA-11B18C36E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54673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pass through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2E2A0C0-0890-4480-B39E-6F1AB5CA3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58731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9972A4C-E16E-4691-979B-D8DC31878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53911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1A9ED15-547C-45FA-BDC8-6744FE693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547687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5073E32-333A-422D-A580-A57F126B7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393" y="53911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138AC6A3-5F09-4104-B2BF-A7443E4C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547687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FA2FBE7-C8D8-4AEA-BA61-F1E773D83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1682" y="53911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44EE301-0DF7-4776-ABBE-F1089902D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547687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C998EDF-EF95-474E-8C93-817269EA0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2971" y="53911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D389BD2-6A9B-4F6D-B178-D77D2B4D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54673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F9B75DA-BB72-42F6-97A6-8A6A6081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58731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D8860C4-5A29-44BA-A2F0-DCAA8DC67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4261" y="53911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9B50433F-0B9D-452F-B489-E1A2BCD1B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54673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C3CC2F0E-9283-42D7-9B53-845D82D6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58731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7C41C15-D27D-447B-91AB-BA9C8896A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2143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AC05D3F2-7C4A-4793-A3EC-A837FE650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24625"/>
            <a:ext cx="1952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Sticky routing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35E60D8-E6B9-460E-A555-77E27A44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6438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E6938E5E-2C38-4079-B460-FCD4C0201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6515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Optional session affinity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F0C50242-AC9C-488B-9CA7-5761912F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6920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{"sticky_routing":"session_affinity"}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F20F8D88-F665-4E8E-842F-D338A4005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814" y="6438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7ACA194F-F17B-4D28-99D6-50CC2E900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6515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processor/prefix logic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97FC9689-48C2-438E-8BCB-FA1D619F3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6920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D257105B-79ED-4ED9-A257-97EEAF5CD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6438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246A87A0-8D10-4C49-8991-14C2C9675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6515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 ID only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F95280D3-5B5C-4F83-89E3-A4688E127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6920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{"sticky_routing":"session_id"}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D133AF67-B8F9-419E-8C51-3F2358ADE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393" y="6438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DDD2E73C-162B-4A8E-97C5-C15B51427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6515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x-codex-turn-state, OpenAI path only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D3A7533E-19BE-49BC-8619-C4D0508BA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6920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{"sticky_routing":["x-codex-turn-state","penAI"]}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9DE5A454-9568-4244-97BE-1510175D0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1682" y="6438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E7D621CA-030E-49BB-9029-556DC5432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6515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 ID only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83C0F466-4EC6-45C8-9899-B17EA8629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6920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{"sticky_routing":"session_id"}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13777FE6-8CD5-473F-967A-FF13687B7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2971" y="6438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25237EFE-693F-42AF-8268-DE391164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6515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Checkpointing, not inference placement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5BD7533B-F209-413E-8AFE-E025AE9B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6920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{"via":"checkpoint"}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44AC3F43-9FA4-42C7-A728-00578629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4261" y="6438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71FED02D-FC53-4DE2-BF15-CE5F4827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652462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83A6ED55-A75C-46AF-AD74-CB3C6490E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86650"/>
            <a:ext cx="2143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8D3BA225-F321-47D4-BF4B-1EC63871E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572375"/>
            <a:ext cx="1952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routing hint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477F59B4-4DEC-48FA-B34E-F16E88582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7486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0D06F6B2-F8C1-4732-ADB3-8EB5718B5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7562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Native router policies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7CD2E0E-0F50-49A9-AA07-F5FDAEF84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7968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{"provider_routing":"router_policy"}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E47B2C03-B3BD-41E6-87F7-A4F25B999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814" y="7486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3876AC9B-528A-4B8D-AF02-87B83B56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7562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processor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4CDDA2B-B570-47B4-B573-84513ABFB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7968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B734E714-05D4-4620-8F5A-545044E4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7486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9197535C-6763-46FE-8158-918D649A7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7562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Model/fast selection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B718E862-8350-4E47-B0D4-27B1385C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7968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{"provider_routing":["model","fast"]}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59896AC0-4CC1-4911-A256-9FA0BD4F3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393" y="7486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DEBAF040-108A-4AA3-9EA8-68E4A2E75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7562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x-codex-routing-hint, OpenAI path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F85EB27C-A65A-4D72-B705-5257B4C6E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7968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{"provider_routing":["x-codex-routing-hint","penAI"]}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2C56BE53-E73C-4FEA-8C75-B04C0B54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1682" y="7486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9061C026-EE9E-4BDD-BB03-50BB07669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7562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Provider/model selection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5D3978FD-5BDB-4136-A5A1-3B18A5B2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7968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{"provider_routing":["provider","model"]}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8D8E0927-1B84-4D1E-89B7-E0FDA525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2971" y="7486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A6A6E6CB-FADE-4ACD-BB8D-CBBEEE833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7562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Model selection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A46F422E-8081-4AD9-A4A4-FE2CF0F50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7968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{"provider_routing":"model"}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BB643841-418D-4546-AA6D-CD4411D5E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4261" y="7486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CC5387DE-2429-4C40-BAAE-9BF7F43D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7562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Provider/model selection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F5B19F3B-2757-4E1F-8076-C4EEC7DB1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7968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{"provider_routing":["provider","model"]}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879DC57A-CFE0-4BD4-9B9C-AC88E7754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534400"/>
            <a:ext cx="2143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79C69BA2-88DE-4184-A033-A7FB9F16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620125"/>
            <a:ext cx="1952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Cache-aware placement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AAC01C8C-D693-4DB9-A501-6054CDE14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8534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E4169E19-EFB0-48A7-BFA3-4B96D2F02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8610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Native KV router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39BF9675-2E57-45D8-986F-6DDE0884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9016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{"cache_placement":"kv_router"}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EFC9CE3A-30DA-446D-8939-52B44935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814" y="8534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C404D187-A3F5-411C-8170-AD92F698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8610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Dynamo integration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826C0FCA-9393-4537-85E0-E79224584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9016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{"cache_placement":"dynamo"}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DD06E562-CDCD-4569-8AA9-7C9D8654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8534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906F5ED7-49C5-4093-A95A-F8AD3670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8610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C4C433B0-AAC7-4C6C-8805-6D915C2F5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9016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47B1CFF4-DA48-4180-A887-B02679882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393" y="8534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2BAEF15B-D7F6-4EA6-A72F-91E5E24B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8610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46AEFD4B-9DD2-4629-ACA8-CD544F751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9016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763868C8-CF2F-4D0F-922A-981ECD994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1682" y="8534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919589C6-2AE2-4F5F-87A9-32D5CE215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8610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D9A24420-24D7-4876-82B9-537817892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9016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9784F75B-69C4-4947-A8D4-20B3C51F4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2971" y="8534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7FE40127-8E48-43F3-B346-D11B4AFC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8610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Depends on inference provider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53B0604C-2649-4783-92F6-5204509DE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9016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E2537FCD-30C0-49D3-A9FF-1A7C5FEE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4261" y="8534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C18CFCBE-D308-47A9-B154-D7C00762D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8610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Depends on provider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10394CE1-B16F-450D-8346-98F3971A5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9016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cxnSp>
        <p:nvCxnSpPr>
          <p:cNvPr id="338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31A8D206-6DDF-4D4D-BF0A-68B14E67C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33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Source: user-provided screenshot; each populated cell shows description plus compact JSON; '-' indicates unsupported.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01F7F8D2-B982-48D5-98AA-E9B9A4DC1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4612653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2461FCC7-9056-4FE1-9EAF-901FD6C2E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Affinity identity signals needed for routing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221705-71AC-4CC8-AB54-8B14B1F6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Minimal identity fields that matter because they can help preserve session affinity, workflow reuse, or trace correlation.</a:t>
            </a:r>
          </a:p>
        </p:txBody>
      </p:sp>
      <p:cxnSp>
        <p:nvCxnSpPr>
          <p:cNvPr id="115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D9DEED-862F-4B75-A05A-D4B674D23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333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CB78C3-C7E6-4E31-95EB-64508217E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21A9CA-524D-4CDA-9F32-BB87BE20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C11CA3-878F-4080-971F-DDB24B70B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Dynamo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43994D-A2A2-45E2-93DB-60D8B474D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5F52EB-B469-4BCF-9ED4-AD9C695C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NeMo Agent Toolkit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9F7564-7BF5-4A16-BB97-FB7D94F7D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177A79-C933-4571-B581-8DAA2B232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Claude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1AE44B-DE2B-4CC7-AF6B-A9C921166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9E7356-0187-478A-8DB4-6C80C5946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Codex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DC662A-52CC-46DC-A1FD-1282DE7D5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B3B13C-C48A-48EB-B017-CAB295DA9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DeepSeek Harness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AB90F7-21D7-46B0-946D-C8D8B6AC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78A6DE-E376-4D9B-91AC-889E2E925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 Agents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CB7AF5-1377-4093-8A09-6DB98EB7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4C52CE-7336-41CA-9E69-D469E144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Qwen 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6B4A0A-B5D7-4774-AEF3-894BF0C61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233362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C39846-E77C-4FBE-8EAC-04AABB65A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33625"/>
            <a:ext cx="2143125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Prefix/workflow reuse ID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848ECE-DC63-49FF-9534-9624EF18C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24790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9582A2-CA8A-492A-AF63-F17A874D8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32410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 ID is closest current concept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213C8C-0CBF-4590-BF32-D5FDDADF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093529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{"prefix_id":"X-Dynamo-Session-ID"}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E24E00-E189-4DCB-B93D-04478248E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4790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126190-7C0F-4939-A3AC-A920C80B4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32410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prefix_id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75646D-957A-417C-8B73-20496A0F2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093529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{"prefix_id":"prefix_id"}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56C8F20-4EE0-4A68-98EC-4A391B6C0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24790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B1A4DE-7ECF-49CF-ADE6-575C5DA2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32410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Session/agent IDs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5B46A4-D2D5-49B4-B482-E9C8F3622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093529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{"prefix_id":["session_id","agent_id"]}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BC9D8B-3194-45E4-8429-8E94D5F62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4790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6E6579A-F170-4290-A9F3-952A89931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2410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Thread/cache key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06AF03-7092-42B2-9906-EB989348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93529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{"prefix_id":["thread_id","cache_key"]}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C5C0849-D673-4273-92BE-1E8918E0F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224790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F597E41-154A-411D-8828-406F0B44A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232410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 ID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CD78670-CDC5-455B-BA86-DD2846B19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3093529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{"prefix_id":"session_id"}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70B0B51-4C1E-41AB-B1BD-FBB81972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224790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62B4F37-F730-44DF-853E-FCBAB4932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232410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thread_id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435D8F1-9F30-45B8-8C31-908773104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3093529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{"prefix_id":"thread_id"}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F95EF74-F023-438E-9705-220B16736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224790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6651097-EFEE-44FE-B902-33F7441A9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32410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Internal session only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F4882C1-231F-4DF5-A9F2-CE44E4133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3093529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5D67786-1675-42F5-A330-54AD1054C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86225"/>
            <a:ext cx="233362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52BDE69-3869-4E19-8729-A1C2D98D4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71950"/>
            <a:ext cx="2143125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 ID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47B2858-5FAF-40B0-9884-E808A4D0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08622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D740184-21C6-40F4-BA94-26729E6D2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16242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X-Dynamo-Session-ID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BFD82DD-EC69-4F24-924E-136FDB20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93185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{"session_id":"X-Dynamo-Session-ID"}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EAA36C4-4B2E-4810-B4DD-EBAFF4511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08622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F9735A9-6915-4251-A1BE-9E7D553E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16242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Workflow-derived prefix context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3DD4840-3DFC-4DE9-BDCC-DE7720B4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93185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{"session_id":"prefix_context"}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EB307BE-CAB7-4E7E-B1FD-16B9F767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08622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95E02B1-FCC5-4213-AA14-BEF75E604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16242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x-claude-code-session-id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82E8EBC-CDBE-400A-99A1-27D00EF5F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185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{"session_id":"x-claude-code-session-id"}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25A1B52-991E-4560-9DD2-9E5F861D9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8622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B596893-F5AE-4C55-9464-C7B1AD3CD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16242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thread-id; metadata session_id/thread_id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AADFDC2-BC6C-4674-B7B6-BCC915AB7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93185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{"session_id":["thread-id","session_id","thread_id"]}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0C6A03A-CF70-4C43-BD4E-528CCC037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08622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6A2F620-FBED-4C99-A932-92B69091B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416242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x-deepseek-harness-session-id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767C41B-B3B9-4758-9535-C5B7E9A1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493185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{"session_id":"x-deepseek-harness-session-id"}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CB55BEF-0DB5-48B2-B785-A0EE4F874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8622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36A4008-456E-48AD-80DC-282E6F309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416242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thread_id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2C562AF-B313-4C66-BFA0-C45325AEF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493185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{"session_id":"thread_id"}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423878D-168E-4E0E-8366-F04248ECF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408622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1FF4516-2FFF-4EA9-A9EA-CA7D26573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416242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Internal session ID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FEEEEE7-F5E5-410C-B079-233B0A18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493185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35B7E83-EA39-4E6C-AC92-151B9EBB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24550"/>
            <a:ext cx="233362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DCB9C89-65AE-48E5-A29E-13E4A3E25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0275"/>
            <a:ext cx="2143125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Parent session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7C4C664-C014-4366-A89A-644F56E26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592455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B1EE62F-6CC4-4822-A597-A5426E60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00075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X-Dynamo-Parent-Session-ID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FB4D831-A0D0-4C88-AC81-BD4425C5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770180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{"parent_session":"X-Dynamo-Parent-Session-ID"}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06C4F00-11AF-4D4A-90B1-8CD3C5B2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92455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F9BF92E-BAA0-4971-BFA0-850041239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00075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Call-stack-derived prefix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756090F-6ECF-4E52-8024-3EFF92DF7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770180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{"parent_session":"call_stack_prefix"}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0EA50AF-5F2B-4D08-B926-BCA905122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592455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64777FD-3697-4625-9351-F21DE335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600075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x-claude-code-parent-agent-id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1F5430D-C583-4894-BC28-468775E5D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6770180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{"parent_session":"x-claude-code-parent-agent-id"}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A5AA67B-914B-4A19-8431-24F105B18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92455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13004D1-EA5A-4B26-A045-CACD3EAD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00075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x-codex-parent-thread-id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BE520A9-FC1D-42EF-B132-128C4966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770180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{"parent_session":"x-codex-parent-thread-id"}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C7BB877-9CD7-471F-8EAC-9434E3C5F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592455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658E9FD-88FA-4F26-912A-B57433410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6010275"/>
            <a:ext cx="1933575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D87623E-8262-4978-8DD5-2E34F71C8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592455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39B322B-EA9C-4F90-8505-7E014BA6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600075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Parent run tracing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6975041-91D3-4C9E-A884-8EF93B5FF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6770180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{"via":"trace"}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563B1CF-C6AB-404D-B9FA-599A69D9A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592455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94C29F3-79ED-4123-9220-FF38EADF1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6010275"/>
            <a:ext cx="1933575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77B367B-6E0C-4028-BDC6-A08BB167E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62875"/>
            <a:ext cx="233362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1A73EF8-049F-4537-82E8-2A82C6FFD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48600"/>
            <a:ext cx="2143125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W3C trace context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FAD92B2-57C8-4BAD-A7E4-79FCC1CA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776287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D349DD6-01B4-432F-989C-2B0FDA4F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783907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Tracing support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4B02FB1-BABA-4717-AB27-2F5AAFD14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860850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{"via":"trace"}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CE06A1D-D03E-47E5-B20A-0D4D9C5E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76287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5372160-CDD0-4A46-B989-845DBC73F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783907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Profiler/tracing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D813441-817B-4C9E-A10F-C133FD3C9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860850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0A3B62A-3019-4C57-8BAB-7F2C64A53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776287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861C2C8-3469-4AEB-B591-A3204B36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783907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Gateway/provider tracing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BBE7756-FC8F-4004-AAAA-019C1631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860850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{"via":"trace"}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8115480-8147-4AF4-9C84-6E2AA3C37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776287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D5620224-E5DB-481F-B0F2-6A5205438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783907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OpenTelemetry-related metadata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66E6C63-94AC-48CA-AB5E-03D2C1B3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860850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{"trace_context":"otel_metadata"}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8C77368-EE40-4520-9A25-68296F775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776287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B24BA9BE-D102-4846-965F-D06C2FBA4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783907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Request IDs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BB47F86F-0A9A-4CBD-850C-BFBF2CC1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860850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{"trace_context":"request_ids"}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7AE9892D-FD3B-4EB4-90DE-852543618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776287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7458065E-CF30-4970-B4F2-B751BE0B9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783907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LangSmith/runtime tracing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3F044C21-6693-4B66-A96F-F2F36B47D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860850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{"via":"trace"}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979A931D-3830-498B-9491-98D1EA18E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776287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D12CA94E-A09F-4E47-A4B9-8A08F8E5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783907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Optional traceparent and baggage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8511F4F1-BCA7-44E2-811D-A1FD3E258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860850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{"via":"trace"}</a:t>
            </a:r>
          </a:p>
        </p:txBody>
      </p:sp>
      <p:cxnSp>
        <p:nvCxnSpPr>
          <p:cNvPr id="222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C3A5F0DA-59BD-4D0D-99C4-59453A2CF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33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Source: user-provided screenshot; each populated cell shows description plus compact JSON; '-' indicates unsupported.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C8587BEA-4F41-4E3E-84A8-C457E4F5F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02674337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081C3A-D551-4EAF-A125-34B15B484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Recommended canonical serving-control schema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533400" y="11620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0841EF-13CD-4AB6-BA33-9ADA7A6F1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85900"/>
            <a:ext cx="1438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this as the normalized object, then map each harness cell to the nearest available field, pass-through path, or unsupported marker.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EE4DF-7559-403B-B919-3BD894097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9334500" cy="6438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45B728-3192-4E68-BBC5-71B0B20BC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14600"/>
            <a:ext cx="8839200" cy="590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694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{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"scheduling": {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"priority":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"strict_priority":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"latency_sensitivity":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"qos_tier":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"expected_output_length":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"expected_interarrival_time":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"predicted_remaining_calls": "..."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"cache": {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"key":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"namespace":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"ttl":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"entry_type":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"eviction_priority":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"speculative_prefill": true,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"hit_feedback": "..."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"routing": {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"backend_instance_id":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"prefill_worker_id":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"decode_worker_id":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"dp_rank":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"sticky_routing":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"provider_routing_hint":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"cache_aware_placement": "..."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"affinity": {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"session_id":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"parent_session_id":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"prefix_id":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"trace_context": "..."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}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5261F5-8F50-4256-BB0D-3BC88A21E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003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Mapping rules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0189AB-A4F5-4820-B073-DAAF95313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9718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Native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8CB2E7-6607-435C-A58E-40A26AA1C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2575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Map to the exact field/path.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E35A0F-B3F7-4128-9406-A77E920F2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7909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0F69DA-6A01-4796-A170-37757F4B4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0767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Keep the emitted field but note backend consumption separately.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E481E8-57F7-49E1-9325-B8BFFCF86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6101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8A69B0-F25E-43A0-88CD-42DA9911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8958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{"via":"pass_through"}; do not mark as native support.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EB2B96-9BBF-4922-864B-C70B0995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4292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31E63C-51E8-4ABA-BA40-77205F816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7150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{"via":"middleware"}; implementation belongs outside the harness.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16C47B-589D-43EE-BE46-1D046887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2484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055B25-9FA5-4635-B831-CC754AEE9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{"via":"provider"}; attach provider constraints later.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ECEE6E-85CC-4A71-9594-F121BD121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70675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Unsupported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22EF00-AE36-46E8-A622-B24455969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73533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'-' in slides; use support:'none' in machine-readable registries.</a:t>
            </a:r>
          </a:p>
        </p:txBody>
      </p:sp>
      <p:cxnSp>
        <p:nvCxnSpPr>
          <p:cNvPr id="40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055239-FB29-4EEB-BC9F-D1F77AF59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Recommendation artifact generated from the focused serving-plane signal set.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FAC86C-59AE-4B92-B693-C9CA0626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989962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2026-08-25T18:17:38.3690000Z</dcterms:created>
  <dcterms:modified xsi:type="dcterms:W3CDTF">2026-08-25T18:17:38.3690000Z</dcterms:modified>
</coreProperties>
</file>