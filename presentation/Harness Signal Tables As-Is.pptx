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f3dda57db54798" /><Relationship Type="http://schemas.openxmlformats.org/officeDocument/2006/relationships/extended-properties" Target="/docProps/app.xml" Id="R93b091e34001461c" /><Relationship Type="http://schemas.openxmlformats.org/officeDocument/2006/relationships/officeDocument" Target="/ppt/presentation.xml" Id="R6fc665c5ba9a46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4c41f2fefb4319"/>
  </p:sldMasterIdLst>
  <p:notesMasterIdLst>
    <p:notesMasterId xmlns:r="http://schemas.openxmlformats.org/officeDocument/2006/relationships" r:id="Rd6b04819b379454e"/>
  </p:notesMasterIdLst>
  <p:sldIdLst>
    <p:sldId xmlns:r="http://schemas.openxmlformats.org/officeDocument/2006/relationships" id="256" r:id="Rc7c06a745daf4f1e"/>
    <p:sldId xmlns:r="http://schemas.openxmlformats.org/officeDocument/2006/relationships" id="257" r:id="Rd71a00d4f936468b"/>
    <p:sldId xmlns:r="http://schemas.openxmlformats.org/officeDocument/2006/relationships" id="258" r:id="Rd20df66d12b24dbc"/>
    <p:sldId xmlns:r="http://schemas.openxmlformats.org/officeDocument/2006/relationships" id="259" r:id="R9d929b8ea2d24922"/>
    <p:sldId xmlns:r="http://schemas.openxmlformats.org/officeDocument/2006/relationships" id="260" r:id="R34dcd7cc826c49f3"/>
    <p:sldId xmlns:r="http://schemas.openxmlformats.org/officeDocument/2006/relationships" id="261" r:id="Rf85e3bf869b84cfc"/>
    <p:sldId xmlns:r="http://schemas.openxmlformats.org/officeDocument/2006/relationships" id="262" r:id="R47ccb0d8014d4b28"/>
    <p:sldId xmlns:r="http://schemas.openxmlformats.org/officeDocument/2006/relationships" id="263" r:id="R3de00e825ddd409a"/>
    <p:sldId xmlns:r="http://schemas.openxmlformats.org/officeDocument/2006/relationships" id="264" r:id="Refdbfedb0b004e8c"/>
    <p:sldId xmlns:r="http://schemas.openxmlformats.org/officeDocument/2006/relationships" id="265" r:id="R3a95a0afa2ea40b2"/>
    <p:sldId xmlns:r="http://schemas.openxmlformats.org/officeDocument/2006/relationships" id="266" r:id="R67a13879960d44e2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a8f5dae524499c" /><Relationship Type="http://schemas.openxmlformats.org/officeDocument/2006/relationships/slideMaster" Target="/ppt/slideMasters/slideMaster1.xml" Id="Rf34c41f2fefb4319" /><Relationship Type="http://schemas.openxmlformats.org/officeDocument/2006/relationships/notesMaster" Target="/ppt/notesMasters/notesMaster1.xml" Id="Rd6b04819b379454e" /><Relationship Type="http://schemas.openxmlformats.org/officeDocument/2006/relationships/presProps" Target="/ppt/presProps.xml" Id="R9e8f212ef6674ad8" /><Relationship Type="http://schemas.openxmlformats.org/officeDocument/2006/relationships/tableStyles" Target="/ppt/tableStyles.xml" Id="Ree6c5a86b19047d9" /><Relationship Type="http://schemas.openxmlformats.org/officeDocument/2006/relationships/slide" Target="/ppt/slides/slide1.xml" Id="Rc7c06a745daf4f1e" /><Relationship Type="http://schemas.openxmlformats.org/officeDocument/2006/relationships/slide" Target="/ppt/slides/slide2.xml" Id="Rd71a00d4f936468b" /><Relationship Type="http://schemas.openxmlformats.org/officeDocument/2006/relationships/slide" Target="/ppt/slides/slide3.xml" Id="Rd20df66d12b24dbc" /><Relationship Type="http://schemas.openxmlformats.org/officeDocument/2006/relationships/slide" Target="/ppt/slides/slide4.xml" Id="R9d929b8ea2d24922" /><Relationship Type="http://schemas.openxmlformats.org/officeDocument/2006/relationships/slide" Target="/ppt/slides/slide5.xml" Id="R34dcd7cc826c49f3" /><Relationship Type="http://schemas.openxmlformats.org/officeDocument/2006/relationships/slide" Target="/ppt/slides/slide6.xml" Id="Rf85e3bf869b84cfc" /><Relationship Type="http://schemas.openxmlformats.org/officeDocument/2006/relationships/slide" Target="/ppt/slides/slide7.xml" Id="R47ccb0d8014d4b28" /><Relationship Type="http://schemas.openxmlformats.org/officeDocument/2006/relationships/slide" Target="/ppt/slides/slide8.xml" Id="R3de00e825ddd409a" /><Relationship Type="http://schemas.openxmlformats.org/officeDocument/2006/relationships/slide" Target="/ppt/slides/slide9.xml" Id="Refdbfedb0b004e8c" /><Relationship Type="http://schemas.openxmlformats.org/officeDocument/2006/relationships/slide" Target="/ppt/slides/slide10.xml" Id="R3a95a0afa2ea40b2" /><Relationship Type="http://schemas.openxmlformats.org/officeDocument/2006/relationships/slide" Target="/ppt/slides/slide11.xml" Id="R67a13879960d44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eddeb4df274c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2cd4f23d1a4e4b" /><Relationship Type="http://schemas.openxmlformats.org/officeDocument/2006/relationships/notesMaster" Target="/ppt/notesMasters/notesMaster1.xml" Id="R6e24a407c52840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29b9c722e840ee" /><Relationship Type="http://schemas.openxmlformats.org/officeDocument/2006/relationships/notesMaster" Target="/ppt/notesMasters/notesMaster1.xml" Id="R24d2fac42999423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84b67337184943" /><Relationship Type="http://schemas.openxmlformats.org/officeDocument/2006/relationships/notesMaster" Target="/ppt/notesMasters/notesMaster1.xml" Id="R4ba269f3e1f14f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9fdc87f04644ca" /><Relationship Type="http://schemas.openxmlformats.org/officeDocument/2006/relationships/notesMaster" Target="/ppt/notesMasters/notesMaster1.xml" Id="R1ee629f31a3047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b7f51d60cd4651" /><Relationship Type="http://schemas.openxmlformats.org/officeDocument/2006/relationships/notesMaster" Target="/ppt/notesMasters/notesMaster1.xml" Id="Rc264adecd3444f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47228943b84386" /><Relationship Type="http://schemas.openxmlformats.org/officeDocument/2006/relationships/notesMaster" Target="/ppt/notesMasters/notesMaster1.xml" Id="R22fdbd5cae4142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c44437edff4aeb" /><Relationship Type="http://schemas.openxmlformats.org/officeDocument/2006/relationships/notesMaster" Target="/ppt/notesMasters/notesMaster1.xml" Id="R3326bf1bd7cb46a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c36b1d625241df" /><Relationship Type="http://schemas.openxmlformats.org/officeDocument/2006/relationships/notesMaster" Target="/ppt/notesMasters/notesMaster1.xml" Id="R9a44aca2b90849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80ca40f145482b" /><Relationship Type="http://schemas.openxmlformats.org/officeDocument/2006/relationships/notesMaster" Target="/ppt/notesMasters/notesMaster1.xml" Id="Rb902b6a6b3d143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6e533329e564c3b" /><Relationship Type="http://schemas.openxmlformats.org/officeDocument/2006/relationships/notesMaster" Target="/ppt/notesMasters/notesMaster1.xml" Id="Ra0c323017fbd4c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c55ada3658d44d2" /><Relationship Type="http://schemas.openxmlformats.org/officeDocument/2006/relationships/notesMaster" Target="/ppt/notesMasters/notesMaster1.xml" Id="R8722b7f6af9844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legend text in chat.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narrow to KV cache handling, scheduling handling, and worker selection handling.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explain the focused serving-plane signals in simple English.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explain the focused serving-plane signals in simple English.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explain the focused serving-plane signals in simple English.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explain the focused serving-plane signals in simple English.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12.15.33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12.16.08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12.16.53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12.15.33 PM.png; /Users/oluwolejaiyeoba/Desktop/Screenshot 2026-08-25 at 12.16.32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and previously generated signal tables.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1177aed5d440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2857c75b9c48de" /><Relationship Type="http://schemas.openxmlformats.org/officeDocument/2006/relationships/slideLayout" Target="/ppt/slideLayouts/slideLayout1.xml" Id="Ra7d4af799c2f42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d4af799c2f42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c9da9f9d7435d" /><Relationship Type="http://schemas.openxmlformats.org/officeDocument/2006/relationships/notesSlide" Target="/ppt/notesSlides/notesSlide1.xml" Id="R86cef7edbbec4a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93d852f4944d6" /><Relationship Type="http://schemas.openxmlformats.org/officeDocument/2006/relationships/notesSlide" Target="/ppt/notesSlides/notesSlide2.xml" Id="R71c75e78fe064c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db9af93844d63" /><Relationship Type="http://schemas.openxmlformats.org/officeDocument/2006/relationships/notesSlide" Target="/ppt/notesSlides/notesSlide3.xml" Id="R8fd84539f8d34a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3317290b948d7" /><Relationship Type="http://schemas.openxmlformats.org/officeDocument/2006/relationships/notesSlide" Target="/ppt/notesSlides/notesSlide4.xml" Id="Rb571191317c040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645c05d26b4685" /><Relationship Type="http://schemas.openxmlformats.org/officeDocument/2006/relationships/notesSlide" Target="/ppt/notesSlides/notesSlide5.xml" Id="Rc8742cb4749c4c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9214ed6b04ee5" /><Relationship Type="http://schemas.openxmlformats.org/officeDocument/2006/relationships/notesSlide" Target="/ppt/notesSlides/notesSlide6.xml" Id="R3e80ff9813904e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f3799b304b45b0" /><Relationship Type="http://schemas.openxmlformats.org/officeDocument/2006/relationships/notesSlide" Target="/ppt/notesSlides/notesSlide7.xml" Id="R863a816c5e9b42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bf30890f045d3" /><Relationship Type="http://schemas.openxmlformats.org/officeDocument/2006/relationships/notesSlide" Target="/ppt/notesSlides/notesSlide8.xml" Id="Re454c1b03f3f45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1f955895e44fc" /><Relationship Type="http://schemas.openxmlformats.org/officeDocument/2006/relationships/notesSlide" Target="/ppt/notesSlides/notesSlide9.xml" Id="R516ce847022e4d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371e72681445b" /><Relationship Type="http://schemas.openxmlformats.org/officeDocument/2006/relationships/notesSlide" Target="/ppt/notesSlides/notesSlide10.xml" Id="Rfde351143e404e3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2c913f9314d0b" /><Relationship Type="http://schemas.openxmlformats.org/officeDocument/2006/relationships/notesSlide" Target="/ppt/notesSlides/notesSlide11.xml" Id="Rabe7e0b284a743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8A69660-2B23-485D-A3C6-0DFA603C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Legend — How to interpret support labels</a:t>
            </a:r>
          </a:p>
        </p:txBody>
      </p:sp>
      <p:cxnSp>
        <p:nvCxnSpPr>
          <p:cNvPr id="59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3D01F1-EF2A-4028-9F45-F03283DD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DAED4C-3883-44F4-AE13-0C7FC2A7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58C36-AB7D-4D7A-9EF9-43027C41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Built-in, documented support in the named platform or component.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21B1FD-3B46-4F96-AB8D-A1CCC1C94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AC123-DD97-4AB5-BA95-D47827BA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8CFE1-C803-442F-8B10-BB662582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7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harness automatically sends the signal; a compatible backend must still consume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6E9BE-C9F1-485D-AB3A-470635D7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F70254-C77A-4A3C-AD7C-8BB46FB0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/ Custom only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7F883B-E1C7-41B5-A9F1-4C779F86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Developer-written code, an adapter, or middleware is required.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7326E6-FF26-4FAC-8239-85E2E688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71F39D-A446-4C52-B87D-84E1F760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078D21-71B0-4904-9EDB-6DCE302E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Forwards a user-supplied field unchanged; it does not create, validate, or act on 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6B525A-D387-4122-BEE4-88CCF157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13E949-E413-42ED-B9B1-33B35DE0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1B5F40-059C-4D12-A5FF-F8EC355F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Generic forwarding appears possible, but no standard mapping is verified.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ACFE0D-686A-47A9-80B6-9156B0E9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C1613B-14B0-471C-97AC-43D335D8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88C732-CE32-40EE-B205-46D44A33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47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Support comes from the selected model provider, not consistently from the harness.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2E796B-E950-4464-865E-F6BDE118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D4423F-DA38-4AF8-BC78-A92269A0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only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300513-2247-48C0-A7B3-C09C4532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Known or used internally, but not exposed as a stable outbound signal.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16CE32-CD75-4714-BBB9-ABA129F0B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4E2DDC-BFFA-44C0-AF4C-C699E0D2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/ provider-managed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16F3E8-D116-4551-967E-BD7CE3FC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Capability exists, but the provider controls it automatically.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E8BE2C-FB9E-450A-9519-C6C7E5C4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9ECC9F-D17C-4747-B60D-978E7397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/ version-bound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7D9FFB-E596-4445-B6D7-3B5FF5BB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Integration-specific and not a stable portable contract.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82CE35-79FA-4DAA-842A-CD454A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F816C3-260C-40BA-B5D6-AD03107E6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7F53D1-DEF8-406F-8F77-DAD64849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Previously supported but deprecated or removed from the current interface.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3DBEF7-600D-4AA4-A5C5-A7B977B4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8E4476-4190-4AE7-A429-E2809138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/ '-' / N/A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53ACB1-C3CE-4AED-9C4E-E7B1D522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 documented equivalent or applicable support was found.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AE74F17-AC32-4358-8F6F-CC5BE742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5AC5F9-5FA0-4AF6-B70A-DC7204BB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 / metrics / tracing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0C50CB-1568-4949-B207-9FBA324A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22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Observability only; reports what happened rather than controlling inference behavior.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F453FC-5CB0-4DC1-9E92-86225CCC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91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comparison rule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B03F2DA-CECB-4661-99E1-E6B37486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93EE8B-7ACE-453E-808A-C8662239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Supported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BBBA52-B44E-41F6-A61C-9FE3A7A1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9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Native; Emits when compatible downstream consumption is verified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50DDDD0-F560-4700-8276-2713A75F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140D2DE-916D-48BA-A378-A4FC93B2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Conditional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8D5ECFF-93FA-4418-88F1-44B9DC98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Provider-dependent, automatic, experimental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2979A67-26B6-443D-BE11-7C78F5E3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1E5AE52-8D28-493F-8834-A3B618CC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Not natively supported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F53286-5B3E-459E-8300-29EF1D55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Custom, pass-through, internal, middleware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0F4078F-198A-46ED-9E82-17A90526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AFC8864-99B9-4B3A-B71B-8AAD6A0F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E795DEF-B61B-4220-903E-7E60E2E7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None, '-', N/A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E8D9E1A-72F9-4FED-9F44-20461CA8D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067550"/>
            <a:ext cx="1428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Most important distinction: Native is built in; Custom must be built; Pass-through only carries the field; '-' means no native equivalent.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4B6CD11-F523-4E14-874E-4144419A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62000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Cell format: human-readable description on top, compact JSON wire shape below.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0E949F1-C3A8-421A-8168-9696DC05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98195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Example: Pass-through only  {"via":"pass_through"}</a:t>
            </a:r>
          </a:p>
        </p:txBody>
      </p:sp>
      <p:cxnSp>
        <p:nvCxnSpPr>
          <p:cNvPr id="11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F5B5601-B689-4068-9824-1737DAB1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legend text in chat.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B24931E-0CD2-4D37-93F0-D5F7463B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532890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2953C8-8136-4BF0-8C21-B7ED7C29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Focused scope — serving-plane control signals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9B26D4-ED6B-42E2-8884-55F32311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1381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This deck keeps only signals that can plausibly affect when a request runs, where it is placed, or how KV/cache state is reused.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0096D-BB99-40DE-AA69-045A979E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36385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8F78DB-74D7-4075-AE14-6350A44F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90945B-BB4E-40AF-9F54-B2730654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3124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Queue order, QoS tier, latency sensitivity, output-length and arrival predictions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E3D3FC-6FF1-41D2-A4E8-3387194E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3124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priority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latency_sensitivity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osl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prefix_id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total_requests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iat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DD81E-9B94-4F9C-A142-1511C4AA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36385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36E689-0F86-4BE1-9A60-6257E931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86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/ Cache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EF3BF2-5FA8-4BA2-AEFE-99B67F7F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43250"/>
            <a:ext cx="3124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Cache keying, namespace, TTL, entry type, eviction priority, prefill, hit feedback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1E65F5-FEEE-44E6-93BA-D9A4C40F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95750"/>
            <a:ext cx="3124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prompt_cache_key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cache_control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cache_salt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speculative_prefill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C6971-8C4B-4761-B3A1-14110A61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76500"/>
            <a:ext cx="36385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735179-3759-4112-9B27-AF6F0A1C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86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Routing / Worker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D9DB85-CE5F-46BE-A0BC-EFD7334C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43250"/>
            <a:ext cx="3124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Backend selection, prefill/decode worker placement, data-parallel rank, sticky routing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D6E4F3-9380-41F4-A102-1695334D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95750"/>
            <a:ext cx="3124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backend_instance_id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prefill_worker_id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decode_worker_id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dp_rank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8189B2-89CA-419A-BCBB-DB18A086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2476500"/>
            <a:ext cx="36385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201FD5-A253-4B62-823B-B7A35133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2686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Affinity Identity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97CBAF-DE21-4594-9F30-0BCFDA06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3143250"/>
            <a:ext cx="3124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Session, parent session, workflow prefix, and trace context used to correlate or preserve placement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0321D4-C1E7-48D0-B242-3BB18AF2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4095750"/>
            <a:ext cx="3124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session_id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parent_session_id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prefix_id</a:t>
            </a:r>
          </a:p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traceparent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B08D1F-660B-49C7-B304-5911E170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438900"/>
            <a:ext cx="1466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Dropped from this focused deck: general reasoning controls, sampling, output verbosity, lifecycle metadata, and broad observability fields that do not directly control serving behavior.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5ACBE2-B5DD-457F-BA6B-F25E01F7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24700"/>
            <a:ext cx="1466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NeMo/NAT NVIDIA-extension hint bundle: priority, latency_sensitivity, osl, prefix_id, total_requests, iat.</a:t>
            </a:r>
          </a:p>
        </p:txBody>
      </p:sp>
      <p:cxnSp>
        <p:nvCxnSpPr>
          <p:cNvPr id="46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F5AFA3-A968-4C17-909D-CA753B0F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Scope rule: keep signals that affect scheduling, KV/cache handling, worker placement, routing, or affinity.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8B8151-EF40-4C42-BA05-EC586817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086111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DC2009-575B-410D-A141-CB65611B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signals in simple English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BB5B38-E0D7-4978-919B-BEE2B7D1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hints help the serving system decide when a request should run and how much capacity it may need.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CA02D9-13F0-427F-93EE-CE92F749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91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E7B828-2980-45EE-AC63-587AFB6C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087111-6962-4B9A-A78B-A2B45CD8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33575"/>
            <a:ext cx="1331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B89CA-9C64-42B2-998A-2C1AD1FD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5BECF9-53ED-4C87-88E9-F614EE04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priority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C789B8-3CF2-4DB3-8FD4-C5B846DC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Tells the serving system how important a request is. Higher-priority requests may be run before lower-priority ones.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A196DC-BF4C-4C59-9CDA-4C8D7FE0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1B84E3-361A-407E-AD35-24876F79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latency_sensitivity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B2F61-B66A-4A4B-9194-4CE8A4D8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7187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Tells the system how much the request cares about speed. A highly latency-sensitive request should avoid waiting if possible.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A5F510-D359-4F32-85F1-ACD40785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BB7DDE-BCAB-4EBB-ADCB-47C1A474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osl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814BC8-51C8-4B1E-8E80-AC67FBF2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74345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Usually means output sequence length or expected output length. It tells the system roughly how many tokens the model may generate, so the scheduler can plan capacity.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E5D6B9-6E44-48EC-BDA3-F816DC23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0072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3FC053-0B92-419D-B3D3-3BA66B05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3407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prefix_id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903416-F910-4135-A850-9D73E6B1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1502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label for a shared prompt prefix or workflow. If multiple requests share the same beginning, this helps the system reuse cached KV state.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6B9F16-2EFE-4031-BF81-3C4494B7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7230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081952-945C-410E-8A3C-368E7134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0565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total_requests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5F1FA1-4462-4613-B225-45284D091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708660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hint about how many related requests are expected in the workflow. This helps the system predict future load.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E1212E-004C-41F1-AD4A-93DE5802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4387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A23AE5-3D02-41C0-B869-B577A48A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27722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iat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9D3DB3-CF3A-40E1-A54A-CEC7A6D7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825817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Usually means inter-arrival time. It hints how much time may pass between related requests, helping the scheduler anticipate bursts or gaps.</a:t>
            </a:r>
          </a:p>
        </p:txBody>
      </p:sp>
      <p:cxnSp>
        <p:nvCxnSpPr>
          <p:cNvPr id="5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9BAF5C-ADA0-4A29-9476-2C222ED5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Simple-English definitions generated from the focused signal overview.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D63EB6-EC5B-4F4D-A0CC-863A1FE1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101016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B16ECC-0A84-47CE-8CEE-CC9B706F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and cache signals in simple English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93F8F-B27E-401C-89A0-952181AF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hints help the serving system decide what prompt or KV work can be reused and how cache entries should be separated or retained.</a:t>
            </a:r>
          </a:p>
        </p:txBody>
      </p:sp>
      <p:cxnSp>
        <p:nvCxnSpPr>
          <p:cNvPr id="24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862562-F477-4D2F-81D9-515C9F99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91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2716C5-D8DA-4AF6-B8BF-E965C136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9A1048-14E3-4E5D-B187-7CD1C86D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33575"/>
            <a:ext cx="1331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55D299-E5E0-4613-B908-647D2E9B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8A5EDF-2575-4F9B-B877-C7005267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prompt_cache_key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F2E274-FC0B-487B-83D9-1479B341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stable key for identifying a reusable prompt prefix. If the same key appears again, the system may reuse cached prompt/KV work.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03319F-52E6-4EFA-901D-52CB5DDF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2240D9-E0A1-4E43-B91F-7BD6756C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8147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cache_control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E2FC54-BEB2-45E8-BF6F-0A073FAE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16242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Instructions about how cache should behave. For example: whether to cache, how long to keep it, or what kind of cache entry it 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160DB7-8AEA-4D38-87E0-325CC3A2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50BC41-0B1C-45A1-A6CE-390B7993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4360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cache_salt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F75640-ED16-44A7-881C-5856A7BC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2455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namespace separator for cache entries. It prevents two users, tenants, or workloads from accidentally sharing the same cache entry even if their prompt text looks similar.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890D5F-7128-47BD-A43F-91985425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57237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E26606-3690-4DD9-8A61-3F666E9C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0572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speculative_prefill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D96624-08D8-4B94-88DA-19669CC9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768667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hint to prepare or precompute part of the prompt before it is definitely needed. It can reduce latency if the prediction is right.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67BA3B-A1A1-412A-B9E9-CE68765D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Simple-English definitions generated from the focused signal overview.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EE2E3B-7C3C-4E09-9CCA-A1ED21B1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325386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0C1F8B-1A31-416A-A8A7-EEEDA6BB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Routing and worker signals in simple English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86C1D1-AD24-486F-BD6F-3A811A72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hints affect where the request goes and which worker performs each part of inference.</a:t>
            </a:r>
          </a:p>
        </p:txBody>
      </p:sp>
      <p:cxnSp>
        <p:nvCxnSpPr>
          <p:cNvPr id="24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D88BD3-0EEA-47C2-AF8C-E0ED05D3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91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87476-2B29-469D-950B-B58F0132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776DA2-DB8C-4552-AA50-110162BB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33575"/>
            <a:ext cx="1331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E8F0A1-D1F7-4A8D-BED6-F8EAB794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E173EB-5A0F-413E-91D2-818BF83D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backend_instance_id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628D0-4163-46F2-A7FD-B52933E9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Directly asks for a specific backend server or model instance to handle the request.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A2134-F513-4DA0-9CCE-42CA7190E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5E9F5D-BEDC-44DB-A2CD-CA1B24893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8147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prefill_worker_id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2F4F63-B86D-4CB2-B40E-CB4B2732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16242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Chooses the worker that should run the prefill phase, where the prompt is processed and KV cache is built.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5FB08B-218B-4BAE-A58E-212242AB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8E0BFA-25CE-422E-A014-E590B789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4360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decode_worker_id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624062-2ECA-4A4E-8F7B-D99E6FEA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2455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Chooses the worker that should run the decode phase, where output tokens are generated.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97A189-4ADA-4104-BD6E-F9AB875A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57237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B15EF6-C6BE-4D5D-B528-269AAF60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0572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dp_rank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696130-3BA0-4BF6-9BF9-036108B0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768667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Means data-parallel rank. It identifies a specific replica or shard among multiple parallel workers.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8A224-FC26-4F2D-8D1F-19857F6D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Simple-English definitions generated from the focused signal overview.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ACE95E-D1E9-486B-8FC6-C748A362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202110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40FBAB-164B-4C99-8066-BE7EAEE6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Affinity identity signals in simple English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D37B5-B1E0-47A2-8E4A-53DFC156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identifiers help keep related requests connected for routing, reuse, or tracing.</a:t>
            </a:r>
          </a:p>
        </p:txBody>
      </p:sp>
      <p:cxnSp>
        <p:nvCxnSpPr>
          <p:cNvPr id="24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D2C1AD-D148-48FE-84FB-1B1F4C63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91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3410EA-6D95-4D96-BC21-9B8DB482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18330F-4A1D-4001-84D9-8C314BDF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33575"/>
            <a:ext cx="1331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C69E4E-74AA-4EC9-9C40-AB99F9B2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51F8F-938E-477F-A0E0-9C560CA3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session_id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C04056-699C-4DD3-9E93-FA449A88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stable ID for a conversation or workflow session. It helps keep related requests together.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D1D342-C367-472C-A8DA-B4CFC054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361B3-DC4E-4199-A407-7FE89A22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8147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parent_session_id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8B8CB6-7273-41F9-BEC0-FCFECCC2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16242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Links a session to a parent session. Useful when one agent or workflow spawns another.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C0ABD2-5C6D-43AE-BC3A-C89DE16C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D2E5D7-468D-4B2A-9AA5-3F7C2259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4360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prefix_id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9E560E-EB79-4C6C-8D53-68C35AB3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2455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Identifies a shared reusable prefix. In affinity context, it helps route related requests toward cache reuse.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DF96A9-4907-4CF3-9F94-CCF4BE61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57237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FDB6A8-DDAC-4C2B-8DF0-BE9D8328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0572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traceparent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A83AEB-23D0-4119-BD81-22C4EDFF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768667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standard tracing header. It helps observability systems connect one request to the larger distributed trace it belongs to.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D3F762-C9F4-48B4-A2FD-0A512F0F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Simple-English definitions generated from the focused signal overview.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B8C40F-EDD3-445A-89B0-9936012C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21130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61D6D90C-7DBF-4EED-84A7-420E2985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and workload-prediction hints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573DA1-DAEF-403D-9CB0-94325868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queue order, service tier, latency treatment, or predicted serving load.</a:t>
            </a:r>
          </a:p>
        </p:txBody>
      </p:sp>
      <p:cxnSp>
        <p:nvCxnSpPr>
          <p:cNvPr id="185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0729B8-C5E2-4942-ABFA-6321C3D5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DF5AF-7CAB-4CD0-B173-AB69CB5C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8F17FD-D2F5-4179-9893-86C7BC13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96E6AF-2714-4588-A349-35972DBB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CEE545-39EE-4F17-969E-D1553B0D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630A17-9246-498B-A1A9-B5B9B8C1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E8E8F5-A45A-4838-9180-8FA7332E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0A97EA-6982-4771-893F-FF8EDACD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D0BBCC-84E5-4410-8A7A-A27C0BC7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E6BFF3-F1CC-4BD9-91D3-A27D6C85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B85A30-7E29-463E-A739-D7979B73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8E83F7-E510-4AB7-B88D-D782D667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4603F1-AF35-4A67-931D-BB077858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63EC58-FB9F-4662-B8B4-4A5FF608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1DD839-95D6-44AB-9C9A-173A2EDA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44D4D8-9706-4329-84CB-02C326EA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ABE5E8-E986-484F-8B4F-0C7B96A5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B3FC84-B29A-4021-B24D-2E916398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4BDD3C-4C1D-4A43-BEBF-2A6AD4C4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FDECBD-5ADE-4A21-90B7-648A025F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nvext.agent_hints.priority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F410B0-BFCF-4BC9-94F3-8C86D60B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{"nvext.agent_hints":["priority"]}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A88ABC-4BCE-4B40-BC4A-9A1E6976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F1C9A4-FAA9-4700-8A4E-86B341B8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CED5E3-56D1-484E-A339-ADC14BB1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{"priority":"priority"}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E702BE-D838-441E-865F-BCF1FB0E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11396E-ADB3-42EE-84F0-631E65A04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33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D7DC78-B705-4D68-86FD-CB609402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1E7729-B2F1-4168-81D4-9D3620BA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33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829312-F752-4587-B6D6-5F76BF87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D5B8E4-7BBE-4011-AC73-D584B104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33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F7E8B8-F4FD-4306-90E0-88C8B1F8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8D1A28-AB74-4763-80BD-3C66E89C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middleware only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11786E-60BB-49AA-8781-6B033EBA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587FB6-5615-4F29-A0E0-34230509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277F6DE-3640-450E-A690-C72D9388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extra_body pass-through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8339728-1E2B-4715-B0E6-35E1A298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{"via":"pass_through","priority":"extra_body"}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8AADB2-D201-4168-8D21-DBEDC0B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43AF8B-0BD4-4FD5-900C-5C825ACE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33CE35F-5F97-43DF-85B9-1AADAB3C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017CD00-964D-42E3-AEBA-36C105F2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strict_priority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C8EE57C-DB75-4A75-8BB6-8C6A5100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{"strict_priority":"strict_priority"}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DB8855D-47C3-4063-B456-DF06348A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92CA8C8-ECFB-4E87-B5E1-56C6A3D5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5B52ED0-7A7C-4CA3-835B-328AE860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CB500F-0BF0-4B5F-83D9-8151CEFD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7D2BF3-1C95-4A2B-96CB-9537179A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C0995F-462E-461E-8CE8-BD1C370F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88DEFB8-2B0A-49A8-86E5-08F96087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53DCF9A-FFDA-4C5A-BD57-81045F40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542747A-D75B-4EA4-9EA9-87CC0A58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7AE459C-E03D-47E4-B30B-EE5CEDC6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only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242FDCA-E205-49B2-9D76-D96FD7A9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5266C61-24B7-45A4-AAC9-B81D16A9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323C356-D873-4B96-A84F-342BDE73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1FE7B54-FFAB-434E-B6ED-5336ACEB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24297F0-B3D2-4E5E-85CD-7DAD607A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2B69757-E506-4E36-98C3-61E1A1D5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8CC89A8-079E-4DBD-8045-8E5DBA7F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B6F3980-EE33-4550-84BA-6E9D94FF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 field; removed from current schema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525F5AE-6712-4CC6-A52C-843C3A8D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{"legacy":"latency_sensitivity"}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D11BEF7-7A33-492B-91BB-D57CDEB1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7901DB0-0849-4BA2-A262-AD6CBC4A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latency_sensitivity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D2668CF-3732-4A91-85C8-6DBBD3FC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{"latency_sensitivity":"latency_sensitivity"}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4252306-CFF7-44D1-A9C0-4F7759C7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D9A89A2-D86E-406F-A1BB-03408424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262CEB4-4C2F-43F7-8EEB-1E9FE305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93462B6-8137-4AD4-82CC-9865BF2C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09219AC-BDCA-4FC2-B49B-5DB8D1D2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33DB40C-E980-4D22-8D24-73B0CF2B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76C1244-545F-4B83-A16B-C0E6F4DC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263DCD9-A911-44CD-BED9-282DCF5D3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only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20329B6-8E97-4982-B2A0-448C5945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0BB2F04-52F6-4880-B8DB-EF2F65A0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175216-424A-48CD-B201-3BD5BD1E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688010D-E271-464C-BA01-09B5F905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597D548-EE6E-433C-894A-0D47F18D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80E18E4-0019-4A30-A113-4665D262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5C6A4FC-6840-42B8-962F-C568D146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44FB701-ADA6-4D8D-A7ED-4BE26FA9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BAE5D6F-72E7-419A-98BF-A194EC80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DD18E26-377C-4F69-ACD6-8A66AD17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6954EA4-DA1C-44A7-ACAF-418A05C8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D97494F-A59B-47FE-9D0F-133491CB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C5A3A4F-60E2-4B49-8CFA-20E37DB6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 mode / speed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8763A07-46BE-4887-A636-AF44B5D7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{"qos_tier":["fast","speed"]}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E574C20-3BDD-412A-A559-FB6DDDBF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3EDC6D2-1A9C-4885-B4F0-3B2AF518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service_tier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7F40147-A44F-436A-A3FA-CAF85484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{"qos_tier":"service_tier"}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9C30215-C96B-44EF-808E-D7177AB4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8535524-9A43-4229-8EBF-6987BCE2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64C7FCB-92E8-4582-8E99-73317E7B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59AA2F7-B66E-495A-A6EA-D74C2A2C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FA0ECCA-58CD-4FBE-8912-449B9B5E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BD3E3D5-0BE8-4129-A0C0-0D0C8728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C972E14-30E3-4C6D-93AD-E4DDAAA7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 extra_body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3F72D6D-5B80-45AD-8B34-A7EDE9CA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{"via":"extra_body","qos_tier":"extra_body"}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933A263-2782-40D9-9472-8F1D8FE7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288161F-4C0B-443A-920F-3A5C714F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9070501-3909-4E88-87BC-2DCD439C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938EEA44-938E-463E-A1CE-76C9864C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osl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2225ED7-F8EB-4905-9DBB-0FC9DD73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BAB33BA1-18F2-41A4-986C-E070DC85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39E4F9C-CABD-4BF9-AB7E-7105AC5B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osl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02029DB-3691-4402-B24D-90BE9090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5158875-4EF8-4A6E-AFA8-478C0951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5ADC258F-7304-4545-9465-19A815D2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26C00E3-3608-438C-A197-777AF213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56A8C66-EA5F-433B-A4BA-591B8C0A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FD30E31A-6397-4B17-B256-30ED1943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01CC715-05BF-4B2A-AB95-9AF791E6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804D921-ACFE-475F-AAA9-8AA7FD2B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47B99D3D-AC7C-4B0B-8C78-852A6ECC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infer internally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26E32C6-9CF8-4FB3-81F9-2AE659DF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F0D9A655-3794-4CB1-A698-A0DE7079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7697AA8-517E-4A0D-840C-71F1D5BB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4822EC5-E7E1-44BD-A0A1-C825C3DE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FD2D5C3-951A-4067-83C6-110C1082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4D1DAEF-F239-4D04-A04C-4754F5DD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4CDC93B-5842-494B-B92D-FFE9DCE3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4062F84-A2D8-46C1-B54F-203BE29F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41677ED5-87CC-429E-A270-3B464BC3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1837B0C0-D562-453C-93DF-2CE91021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iat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89F2F69-C987-4D5D-94F6-ED6DC4584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{"interarrival_time":"iat"}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D582E0BC-A98F-4560-B3C6-3B13C2B8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B304BE4-419C-47A2-A066-E8621F14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8CB76ADF-595D-4AC1-B195-A26DACDE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DDECC09-912C-42A7-8B62-7B28DA2B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E458C2A-C4BD-4EE4-A4F4-9B207D41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1E5CFD03-F411-4B50-87D5-D4287E88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14D949B2-BB6C-43E9-96D4-C7191F30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30319C4A-9A65-421B-939B-65EA487D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6EB1264-FAD3-41F8-B1C6-7914B7FB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54378E7A-D3FA-42D0-A411-DD8CF044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EA9A62D6-07A5-4968-B904-742B57BC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ADC88DC4-0897-4264-B061-61D1172E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59CE20E-DE6A-4D5B-8521-7230B44C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9EB91EE3-7F4A-4F9B-B573-EAB32305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82193D17-9D0A-4833-B42E-739E015A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F1B4CCFB-5484-4CC4-86BA-EC3F296B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6022AB67-AF65-4576-853E-3C0AA51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total_requests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20633F21-909B-4C27-9C79-9E75E15F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{"remaining_calls":"total_requests"}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12D15C1F-DBBB-4D23-9647-6A62B6F6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46061C80-B248-4637-AED0-2EC8E8D5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97E2350-EAF4-4377-BDE5-61C155CA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6B11656A-37F3-49C5-8541-D7CBA081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3C26824-A4F5-42A8-B9B9-E799B84D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24DDEFB5-4E72-4CD9-8E99-161DF850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393A1D6F-89F3-49DF-957C-E03E3C9E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39685A8D-E8D0-4795-956A-1D46B807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Workflow may know internally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52E1190C-7249-44F9-B30D-F93E8333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972B03B4-176B-4C1D-8983-A69E1C97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86E704BC-5862-4C0F-A28C-554719CE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9E570C0-833A-4C4D-8993-6EBADA1B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7160B278-8C9A-408E-ABD9-5DB3BCC3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2B609318-D405-437D-8DAB-CABD72AA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D62387C3-69D7-405F-B0F2-F90D3994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C1749F9C-299B-4207-AF66-4FF32BF7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is closest current concept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2674C8E-0427-4D4B-A60D-D8620C1D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{"prefix_id":"X-Dynamo-Session-ID"}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E76509F8-67D4-446D-9694-F13BD023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F863FC59-1E52-424E-B142-56F4D10C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4F851B67-B5F7-46E1-85AC-F8E1CBE9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{"prefix_id":"prefix_id"}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9EFCC226-3CAD-4FAD-9D2E-C67717DC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63166C63-E85B-4F63-97CD-44A740C9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Session/agent IDs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99B34716-C596-4B15-ACCE-431A7A18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{"prefix_id":["session_id","agent_id"]}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5EB5739F-38EB-470E-8F4C-A4B2D356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93D68474-2A1D-4D0B-9CDE-29E6138C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Thread/cache key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47810C0-CE07-4781-83EB-354BFD36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{"prefix_id":["thread_id","cache_key"]}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C1649427-6E27-4A37-A4D4-E226FD1F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6B5BF002-607F-426A-8A64-495E41BE3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86E82C14-61A9-4CC5-9FFF-6AEA5D06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{"prefix_id":"session_id"}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140E07A7-B741-4A20-8CB2-CAD0BB4F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9AACCE17-8D3E-47C4-AC1D-D4F7CC47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thread_id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7D366B88-5643-4CDE-B10C-A4AE5F8D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{"prefix_id":"thread_id"}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A54D1129-F052-48A9-8581-E48AAF7A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6D45C74F-76B3-4137-A4B1-AF537FA7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only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106AD886-FA66-42ED-9F62-7F175FF8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cxnSp>
        <p:nvCxnSpPr>
          <p:cNvPr id="36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7EF492C-63A4-455D-AEA4-8306F4FC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33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screenshot; each populated cell shows description plus compact JSON; '-' indicates unsupported.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D94B075C-BD44-497A-A63F-B40300B6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746401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FADD628C-F83D-4C5A-9136-EF5B9BDD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cache and prompt-cache handling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375A6F-EAED-4CF9-BDB6-A406A399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cache reuse, cache isolation, retention, eviction, prefill, or cache feedback.</a:t>
            </a:r>
          </a:p>
        </p:txBody>
      </p:sp>
      <p:cxnSp>
        <p:nvCxnSpPr>
          <p:cNvPr id="194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3EB82-14E0-44DE-BCB8-62E48B3E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B54FD5-CFAD-4BEA-8545-42322A7F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974D6-E1AD-4B53-AC6E-EA319056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C3262A-763B-440F-BB7C-97E6D713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AA7E2A-C3C5-467D-ACD2-50E37E9B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E99862-BAEC-4BA4-9E42-E5879420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821C91-4BC1-4BD9-A2AD-AFF97BAE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13255-567C-4227-9D7C-2E1BBD2B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73027C-1D04-431F-B773-6391EFB1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0105E-79F7-4F30-A375-01492C2B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5DBFCC-9ABB-4480-A35B-CB53F51B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0F403E-A7C3-431A-8086-7649FD99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079A0E-A484-478C-8F70-E4FF9A1D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745D8-D2FF-4C8F-9927-65ADE1D6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222C2E-A5D8-461D-8548-FE1151F8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8E2224-0D3E-48E4-8D6E-DCA35317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A708B0-DA6A-4364-B14C-ADBA2CAD8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A3D314-CAE2-4927-8DD9-FD1E441C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212B9-5289-4E11-95A0-C1E9FA46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FD964C-3931-450A-91C5-3118A429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prompt hash; no client cache key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EB0018-A8F7-465F-997A-09ED24DF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{"cache_key":"Automatic prompt hash; no client cache key"}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DC029D-C3B8-4256-86A2-9C24FA2D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C20C41-4947-45B9-A8AB-B69AC7B7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prefix_id, but not equivalent to a cache key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420467-8B28-43B5-A9C6-9FDE01BF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{"cache_key":"prefix_id"}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96FFE6-5894-45E7-BAF4-FA98B2B5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5EF53F-FAE4-481F-B8ED-8391C094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Exact-prefix matching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25F9C5-B7AE-4E37-9BBE-7E92F50B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F24032-3B38-489B-BA32-5A8CA21F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A0C39A-BAF8-45F5-8C47-6C75430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prompt_cache_key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96D0BA-AFA4-4A18-8EC4-26657094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{"cache_key":"prompt_cache_key"}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271094-B511-4971-B517-0E40B6EB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F597CA-82D0-44A3-BD88-3EA2AC67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83D248-AEC5-46C4-92B4-25D0975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DA0C3C-0B00-40DF-A320-DECE1C8A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203CA2-C87A-4F81-BC6D-C361F575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CDA8E99-5714-4F8E-87F9-D11225A5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7DFE7A3-CCD3-4E53-8540-839C4244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463F54-189F-4892-82B3-40D62F39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18F571C-08D5-4156-BEFA-FA9E2C08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11FF33E-1D8E-4387-AAF0-3C1FE750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9795236-82AF-47B1-A0F9-68938569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949088F-0EC7-4F2D-9C00-F4948230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FE5241-897D-427A-A370-A0522668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nvext.cache_salt or x-tenant-id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7C34DC-DE7C-41B9-8727-1D8FB7D2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{"nvext":["cache_salt"]}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4B1347-549A-4BA6-8605-6A6211B5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A3D32CD-B3F7-455E-9FE9-FFBDC126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Dynamo salt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D07675A-5C4C-4DC1-B41D-E1ACFBF4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{"cache_namespace":"nvext.cache_salt"}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D96DCC9-48D6-42DC-BDE7-527CC644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A24E956-BD7F-49D5-9012-E2759E0E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6FB87A-0235-4A1D-AE46-5541426E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116C33-FE78-43E0-A5AA-9C05765B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 provides bucketing, not tenant isolation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B28E9A5-C0A6-4D1B-8441-C520C39A9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{"cache_namespace":"prompt_cache_key"}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7320559-69F5-4AF3-B550-0EDA2657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58E58AB-FE85-463E-8F63-43563BFA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64D5523-0BFB-457E-84AE-8001A566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FE1CBF1-F671-4A53-A7B1-B25F858B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33CBAE1-2821-4451-A372-E92C2C3B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6215630-132B-416C-8D76-0C70169F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01CD060-E372-4BBB-B590-728D8647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header/body pass-through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A381D98-B743-4A68-9E55-1BFF5890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225FB35-E1C4-43EC-ABFD-3C0ED070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0579AA0-4D3E-450F-AE88-3A68D618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403513E-5F83-4FA0-96DC-7253268B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AAE5185-25BE-439D-845B-5B13DB13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6F81BA8-26DB-4A8B-AE96-01823473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091B19F-6F7C-4AA4-9110-34C669D2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nvext.cache_control.ttl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BC3DE73-9998-4260-898D-878F66FA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{"cache_ttl":"nvext.cache_control.ttl"}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0AD1CB5-AAC3-424B-BC5D-F949D9C0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05664CC-2599-4623-A60E-805F6680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cache_control; 5-minute or 1-hour TTL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5A093BD-A510-4BB2-A017-046F7F12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{"cache_ttl":["5m","1h"]}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3877CEB-36EF-4178-883F-EB696BA6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56A9200-0FD8-42DF-B1D1-D41C13B27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 explicit TTL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A65FEE0-4BD0-4CDC-BAD9-D8C5ECD1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{"cache_ttl":"No explicit TTL"}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F31FD1D-A16F-4AF5-8B47-7DA8F849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73F6199-2B74-4FE1-8D1F-84E2F3BE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automatic TTL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123DFE8-B03E-4059-8A79-1E3DB00C0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E82272F-BF93-46DD-8CEB-DA82B3DF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C429A9B-77BE-4D68-BD37-603217D9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Anthropic/Bedrock middleware; 5-minute/1-hour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A2BE6AA-1CDC-425A-B54F-21A167F0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3705C42-F8C1-4108-B12F-2168DD40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8802420-9BA6-418D-B839-C5EE1D98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cacheRetention / provider cache control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FFCBC6E-A6B1-4B9D-AEB7-B52AB2C6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93B5711-48A7-4C49-B3EA-4F8B066D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35D064B-2401-4334-B9CE-BCBFECEB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02674CE-1C79-443E-AE02-B7BC7583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2EE6902-F2DA-4AB3-8AFB-90E87042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3314469-5E21-4E1B-BC0D-A72E5379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24034D0-D4FE-4420-9CFF-32AEE0CE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 experimentally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C04D2A8-9939-465B-ADF5-221F1AB9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 experimentally"}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8721B9F-3FE4-4061-B427-9C8F423B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3366DA8-0DD4-43E0-8902-734DEEEF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C81908C-6DD5-41A3-9A13-2E448A42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{"cache_type":"type:\"ephemeral\""}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8C91E8C-AAB3-46E0-A0DD-FC39C5D6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A4C849F-E4F2-483F-B74E-C421AA9F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D843619-841E-45BB-9DEC-1F9AD90B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6425149-1F45-4C29-A0BC-D135E6F8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84B0BB9-3859-4A55-93B9-9B9D324E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6830F92-7547-49FB-BBF1-B7116F1E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6D8EBBB-718A-40A6-ADEF-776B57DE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0924B89-993F-43DF-9D0B-2F426180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D85E0ED6-7598-4D5D-BB40-5D1AD4B8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85E75815-5AA7-4CB4-9C4D-D888FAA0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B133D731-BC05-43C2-B59B-6A1AAC83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D0DD40F-9BF0-40F4-9AD2-F79413DE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07BC439-3D7D-479D-A2C4-AB3AB7B2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302B26A1-7787-4445-B4B2-2DB123DA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priority; currently effective with priority-aware SGLang cache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E2C3763E-3CBE-4E5B-BA60-B76E17AA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{"eviction_priority":"priority-aware"}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D51172A-2B78-4B97-B025-58E1DAAB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830A296-CBD2-4522-BA41-340AB4A5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9CBABEC-C78D-4105-B9D4-98886B79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{"eviction_priority":"priority"}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8CD3899-0F69-464B-B079-58EC170B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4986F30-ECED-4EB7-A913-AEDF52A7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2344225-0C2B-498A-A12E-DE1C0AE8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AC7B81B6-645D-42BB-80A3-69774A4D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DAD3122-EE88-41E4-8316-EE68C9AF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7B4D6783-0A1C-43D9-871C-B383BE5F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D60002C-BA8E-4A40-9656-5FE845B7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B158DEB-C915-412D-8770-A308C727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unless custom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D05C472-31A8-4461-A044-D15CD4A88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{"eviction_priority":"None unless custom"}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0852384-565D-4870-9425-E8FA6094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81B8CA72-8C4E-49E3-8168-55162B33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1292841E-1B90-43DB-BA47-A502DCB7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56747DB-DAC9-4821-8D56-C708E2B6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6F84C30A-A23B-4C1E-B669-DDFEB63C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A7D3576-B9F8-4552-BAEF-3AAAFEB2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FD7A578B-15DF-4FEF-B900-4BE52196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speculative_prefill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ED368CD-1450-4692-83FA-AE93D3ED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{"speculative_prefill":"speculative_prefill"}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4525D26-CB74-44F6-96BE-0C574871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B1C0E389-AD87-4ADD-8F92-08B8120D1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495BC481-494E-4850-B8FF-5DCD586A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52E1DD27-270C-475E-88FE-32865181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21807004-ECA0-4D07-B55B-613C2F55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1EF0782B-4992-4383-A554-6240DCD2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WebSocket prewarm, but different mechanism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22CA6767-B0D4-49A6-8073-19D70687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{"speculative_prefill":"websocket_prewarm"}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B1E01120-8F24-4278-937B-76E72CD0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4FCFD9EB-8F99-4508-A689-3EBD9BF4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2A5E5E0-CFD1-44D8-A113-1A6234F6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1ACEC43-4CE0-4AD5-BE5F-F103A31A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A292E425-F066-4FF4-886F-5471E734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95DECB92-05BB-42AB-932D-B1305E13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UI speculation, but not KV prefill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2E587B6-2414-4179-AF56-62378BC3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{"via":"ui","speculative_prefill":"speculation"}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371F0FF3-5829-4744-811C-C71A1CBE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CE2660E2-F195-49D6-BA37-F1246922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0B0395E1-86C7-4416-90BC-15E80E43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646D4BD7-CB61-4050-85D2-4E98D170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Metrics and response extensions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D52EA60-E433-4086-8DD9-366612AC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851C576-D86F-4963-AFE3-12F66470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8BA10AD-46E6-4197-BDF5-D93BFDB4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Profiler/metrics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A0C3A64-DDD3-49D6-8354-3D3904C0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84AE6365-64EE-402C-B628-CED2EF93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F0932573-FE8E-42AA-86C0-C704DF40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Cache-read and cache-creation usage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79F59FDF-475E-473F-8661-1C9343D2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{"cache_hit_feedback":["cache_read","cache_creation"]}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D91968BB-1B8A-40DC-B443-0FA03D28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9CDC1CDA-DBF4-4985-9CC5-0837FF69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Cached input-token usage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F30BFC5E-3CA5-4253-9EF5-DE7A4A07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{"cache_hit_feedback":"cached_input_tokens"}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173C55CC-4EA9-4B8A-A99F-94F6179F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E9EFCA8-1CE1-4C2B-BA46-63524FB8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cacheReadTokens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54FA13B2-ED8E-41AA-BEF1-D82AA4ED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{"cache_hit_feedback":"cacheReadTokens"}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6985445-FD3B-4DE6-9232-8F304764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7A7D8A65-D863-43CC-838B-58C2E167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trace data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5D0EC0E2-1B09-469D-8EB5-88BC0EA0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081C2788-6FCA-42E1-B682-00775CF6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38AA1CE4-BAA9-46F5-999C-F6F164CA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metrics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5D5E5D9-3F75-4ED2-882D-26EE4A10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188E1CFB-181A-463E-A416-F6223B62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4C8166DC-D962-4EC7-9CC6-78844B86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C365C4F-3B2C-4D54-9565-E8F9F560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95E99A8D-4AAF-4047-A305-F3CAEE15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34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C5887C63-5A04-4195-BE38-57FD9E52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B9921FCE-C703-460A-A9FB-BA1E7C00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Experimental/version-bound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9E99B407-971E-4282-A9C1-FD168160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{"cache_pinning":"version-bound"}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37144B28-89D3-45DB-A78A-9F426DF9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34DF1CFB-3A45-4326-9E2F-0C60518B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TTL retention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A0CFA7D7-E355-41BC-BB7F-44AA1AE8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4387F61-B5D6-4DCE-AE27-FD0E390F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E723436-BBE6-4712-A00D-AAED42FB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734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35CF6AE3-6976-405D-A054-FC8D5631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60EE97AF-0B5E-4685-B0DC-B7925323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FA012A9F-55EB-4DF4-B205-8765F290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F0557BEB-C406-4D14-9DBB-EB9F5E29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FEA54DF7-2FC3-4E28-8202-0B0E5FA8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E0D8B08D-20CD-4ECF-9EC9-7504D5B1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165D035F-841A-4B28-8DA7-8D9DC30F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B068596C-8FDE-45C7-8620-AEF7DA7A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422A0E04-F2BC-491A-8546-CF7AB2B8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cxnSp>
        <p:nvCxnSpPr>
          <p:cNvPr id="38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8478CA56-F0BB-4C28-8BB3-F3F3EAB0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33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screenshot; each populated cell shows description plus compact JSON; '-' indicates unsupported.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69CB722A-F859-40C4-879B-F984BEBC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138920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82FD4C3A-C056-466A-8ADC-229DB607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Routing, placement, and worker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81CDF-BBF5-4223-86A1-71803DD2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11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backend choice, prefill/decode worker choice, rank choice, sticky routing, or cache-aware placement.</a:t>
            </a:r>
          </a:p>
        </p:txBody>
      </p:sp>
      <p:cxnSp>
        <p:nvCxnSpPr>
          <p:cNvPr id="173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FBBDD9-C50C-4B98-B278-33D944D8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3C3959-2900-4136-8B44-146F82F8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367DFC-EB99-4CE1-9B10-FA1A7D80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715277-EEA2-4684-8841-61C0B8EE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B13DA8-C1C9-4BD7-BB82-CBFAD645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1E810F-6BC3-406D-B529-E627DF24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E4FB39-96DC-4B85-91BC-4D7EC4F4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D3252-2CF9-43BD-BB4F-4A2DDB28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B8651-006C-48C3-A6FE-8FB51B8C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A64AF9-FCF4-4719-9396-4AE90D3B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86165E-0DFB-4C43-B349-C2E75298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4EB625-34E4-46ED-B2CC-E17CA08F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F4B619-D1CA-4829-97CE-4575581D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4BCC3E-063D-4CA1-8EBB-1DFDBFEF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C32F43-E64F-4522-94C8-3689C78C4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1695450"/>
            <a:ext cx="215128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AEC863-450B-45AF-9FE7-AB236980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1781175"/>
            <a:ext cx="196078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EF018E-4996-48A8-BA90-3EBBC0D0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B05B95-2186-47BF-B303-8A1F6C87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Direct backend selection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FF68D5-EA3B-474B-84E3-14A929D1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871980-255B-4C94-B502-F16970C1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324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backend_instance_id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FBFDE2-944E-4EB9-A4DE-39B9F817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729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{"backend":"backend_instance_id"}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0C0CCC-40C2-47FE-A7FC-04720A2A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13CE1C-E111-4FAC-9290-F88BDC67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2324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10D5E3-7F59-4665-BD87-A0C6CBC5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2729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0E2A01-7EB9-4E1B-BF42-1CE6467E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8C9CE4-67C3-411C-B17D-C75E69C0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23336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C4A6AB-3871-4BCA-A31F-7387A55E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A83153-4C8F-42EE-849C-66F4B289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23336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4EA831-D2DF-4EE6-83E4-5CA60412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DECD20-20D6-4A2E-910E-509ACD18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23336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B17192-A5A2-41DC-A66F-CB8E2986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16A05A-E802-43E2-A89D-79D09DEA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2324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middleware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61EE0A-997F-4501-BD87-699E5891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2729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571A7B-61A6-4019-B75D-BAAC71AB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2247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8BC448-030D-4161-BDE7-41F0D36C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2324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extra_body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A58F9A-61DB-4A3B-B2DC-7E2940C6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2729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{"via":"extra_body","backend":"extra_body"}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DCB2AB-8133-41AD-BF0E-FCAA0091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801B3B-D792-41F0-84EC-3AD48B05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Prefill worker selection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8069AA-B7AF-4391-BFAB-AFFF212D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D20C44-BEA5-44F3-9A5D-D6BCFE2C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371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prefill_worker_id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A58261F-16C9-45F0-80BD-45245CD7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777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{"prefill_worker":"prefill_worker_id"}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5528428-D921-4CBB-ADA7-24DC6949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7812FB-4B22-40D1-9850-70C907D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3371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7EF2C4F-FA26-460D-A166-F41E8BC2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3777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50B342B-41FA-496E-83E6-077CDD52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CD6DBD-48B3-4EFB-9C14-F4D12BE5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33813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772E810-996D-4150-8AD2-A13531A5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9F276B8-4CB9-4B47-B81E-2535C838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33813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88801C9-6D7D-4F59-BD04-F42C56E7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D9A3B1D-60E2-46FD-943F-B61FD994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33813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73C09B1-BE48-49C6-87AF-DC25F2CA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7B3FA83-9B82-47F2-8CD2-AD9B37C8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3371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8D7653B-F817-42C7-A869-80806B33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3777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D70EC0A-AB2B-48FE-BD9F-C5F8FA78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3295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9A85C32-8BC6-4EDC-9254-55CDF9B8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3371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45CE028-6EB1-4EA3-AC81-86AD8193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3777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C285AE-47C2-4D7D-83B3-2A501045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FEC17EB-3459-4770-BD75-EF8EC374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2912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Decode worker selection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08A7494-3DDD-4A66-8A02-35996171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A47A3E3-B289-4CFC-B2A5-D6A249E0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419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decode_worker_id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3BC3EBD-1388-4A2E-BF5B-7CAA3F63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5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{"decode_worker":"decode_worker_id"}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B247CF2-9545-4B32-B783-A868D810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A7974DD-36E0-498B-97A7-3E75E4F7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4419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0798117-1D4F-442D-8B64-53CA904B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4825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AA8A29E-5415-4ABE-BED0-6AF96958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22C53A5-AC0D-45C1-B300-BFDE8E63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44291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3C067D9-A583-425B-A79A-F8292B91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BD4422D-E4FC-457E-84C2-60C9F90E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44291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EADC480-C561-42A0-ACCB-8290861C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D97B564-0EED-42A8-81EB-7EC419B5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44291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9320A52-F24D-49DF-883C-6583ECE6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DCB30BB-42C5-4A57-9E75-466A9F4E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4419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9F3D943-2D02-4FF6-BE6F-CFF44948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4825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7A3AD7E-DE3D-41FF-AC15-92A84A1C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4343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09E22FF-1093-4FA4-B7F4-9F207931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4419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FF5333A-80E4-4B46-A0A1-6EE3713B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4825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153BB08-D0E7-4C74-B212-8AEB8055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D9AF654-91EF-43FA-A240-6EF8D8FC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7687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Data-parallel rank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573E4B2-BE10-44F2-969A-9D56DBA5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8C3FB50-3463-4B7D-A9B7-16E54B3D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4673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dp_rank, prefill_dp_rank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DFC9B8C-30E4-4256-A684-3FF44090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8731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{"dp_rank":["dp_rank","prefill_dp_rank"]}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8AC048C-6793-468D-AF2F-1E04D5E3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FF81712-693F-44B8-9DB5-358084AC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54673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29664EF-9C6C-47D4-857E-BB45CF10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58731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96E25EB-C2BC-4069-9DD4-765E778B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9FE37B9-BCA9-4C86-8FA0-840C3FC0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54768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274003C-A876-4799-81BF-5F5821CA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9198523-9B5E-4337-9DD5-509EA971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54768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5CD42B0-0F50-454A-9028-BF9193D9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7447E6A-BBB7-4D74-904B-6B0258F2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547687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A5A0526-CB59-4745-A92C-08B82AA6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3EB4E0C-2AA8-46E0-8F89-C849E51B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54673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DB16648-68A6-4760-9F92-1B5E78C5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58731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BAC4E30-4876-4615-B9E7-C3A0FA77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53911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EB0E60E-3B8C-443E-981E-43EB67D7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54673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82C9651-4C62-45E1-9A36-08184F81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58731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A10E5D1-4CAA-4D65-8458-8A284CB77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82A724D-6B03-430F-8EBA-EFA36C33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2462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Sticky routing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59C1A23-CB97-4F95-BDE0-FFE1D0BF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33ACCEF-89D2-4E1C-99FC-F478AEEC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Optional session affinity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17F29FF-4965-46D1-BB3C-21BC2419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{"sticky_routing":"session_affinity"}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1F651F3-6AE7-4F0A-BF36-DA1702DC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44EDDC6-AE3A-47D3-84AE-2955FDAE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processor/prefix logic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A49E24D-C52F-4B34-B30C-0C1F8219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96C5C17-685E-4F21-AB72-2B46DD09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0CC3728-4E0D-4D5B-B114-64542926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only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6F1FA55A-CE71-447A-B8CC-44292417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{"sticky_routing":"session_id"}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434D56C-36F9-4E52-9586-27854C43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669D5A76-619D-4B88-9A80-7FD9A1A7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x-codex-turn-state, OpenAI path only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F9D343E-4271-49D0-9854-0853CD79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{"sticky_routing":["x-codex-turn-state","penAI"]}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211706DA-CCE8-4300-9F2F-616A04B8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9CA043D-E42C-428C-827E-136A87C6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only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2C1DE48-F634-4BAA-8243-C6D370AA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{"sticky_routing":"session_id"}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2470E8B-6FDB-421F-824F-81E49A93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A567F9C-C48C-4B45-8932-E1B99820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65151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Checkpointing, not inference placement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AC5396C-2E33-4DD6-8057-FE09B059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69208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{"via":"checkpoint"}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2CADF8C-814B-4848-850F-56B60139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64389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5A7A4DE-9A13-410F-9F52-DDC55EF8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6524625"/>
            <a:ext cx="1960789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91C7352-8FFF-4312-A139-12F94BED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8665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76E5102-D3DC-4E61-B2A4-EE7371C3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57237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routing hint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A1E7241-E7CA-4197-8A8A-2B837EE3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5BB44CA-7D26-429A-8628-57DFDE21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 router policies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61853E4-7E1B-4FB9-AEEC-ED279FC3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{"provider_routing":"router_policy"}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B62E260-2DEB-46BE-AE2A-F310B1B5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18E3A298-FBAD-4693-AC29-619BAF1D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processor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994CDFF-A16A-4526-B8F8-6654500A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03D5065-6A16-449A-9B2B-8A9CEA21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145D2CD-78CC-4576-BB17-2CFCC8A5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Model/fast selection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C896473E-602B-4D33-BDC3-9FCA2937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{"provider_routing":["model","fast"]}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E0546F4-ECDA-4053-B234-0E4D8905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A095DB47-C9E7-4FDC-BE65-CCBE1D88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x-codex-routing-hint, OpenAI path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81D5BA1-3A69-4D92-8ED1-96DFDC4A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{"provider_routing":["x-codex-routing-hint","penAI"]}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5C57FA0C-F1C2-4BC5-8E5D-0FFE4099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6354C639-7127-45DD-96BE-628835C4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Provider/model selection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DB0DDA90-B785-497E-88E7-E0A34D63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{"provider_routing":["provider","model"]}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46672F39-074D-46AD-951E-E1A579B5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01E0470-4834-46F9-BAC9-B953BA02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Model selection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5AB8721-CD94-4FB1-92B5-E518F0DB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{"provider_routing":"model"}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366FDE05-7FCC-41C6-A883-E12CDD58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748665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A5090DA-BB23-4698-91EE-CDE152C7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756285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Provider/model selection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7DB7ADA-9AE2-4805-A387-553D1591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796861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{"provider_routing":["provider","model"]}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36934F8-E0F7-42B1-B9C8-EDE4066F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34400"/>
            <a:ext cx="2143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0F5B1344-77E1-454D-9D84-32804D86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620125"/>
            <a:ext cx="1952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Cache-aware placement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3298468-B81A-43D8-B015-5B737400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22978264-13B6-4A93-A995-057D7C67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 KV router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BFEF978D-D5DB-4418-BAFB-8B18FAE1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{"cache_placement":"kv_router"}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1C0CCCA5-C1BE-4346-B528-B492D1B9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814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8900D859-6EA9-43ED-960B-D5CAAFD2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 integration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09C00C4-4F0E-43F5-BAAE-F6591BA3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064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{"cache_placement":"dynamo"}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9F200A6-F127-4A29-92EB-996BBBF2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104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5BA3502D-261D-4739-9A63-F9BB0CC0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472AF614-2806-4127-8EB1-C4E289B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354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BB57D88-4C95-436B-8371-6F7CFB00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393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3B5C27BC-387F-4104-BC0F-B5308577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F593162-9827-4570-BA47-C5C28DC1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643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7E515066-B0EC-4B56-83DB-98CC9A27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1682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38E36D17-F898-4007-A3D7-1C0481DA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C89F926D-8D70-4F4F-9030-EDFE5064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6932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BB60DE32-4F77-4468-9092-3B8F762D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2971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4000B00A-F341-40D2-BF00-9D6AFD4F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Depends on inference provider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425329E0-6933-4451-BF6B-B8322B50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8221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EA93AEDA-992F-47CF-AB79-1FC2763C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261" y="8534400"/>
            <a:ext cx="2151289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421F0FFC-6D0F-46A8-90DF-DAF61212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8610600"/>
            <a:ext cx="1960789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Depends on provider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5D0898D8-FBC5-40F5-9812-110A9D01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511" y="9016365"/>
            <a:ext cx="1960789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cxnSp>
        <p:nvCxnSpPr>
          <p:cNvPr id="338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5CBA37A1-365F-496C-8EFA-8B488862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33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screenshot; each populated cell shows description plus compact JSON; '-' indicates unsupported.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2EA06B90-FD15-498D-BBA9-7042D149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071050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611795F-7CFC-446B-A6A0-4C3E17C4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Affinity identity signals needed for routing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C05BF4-06FD-44E5-8E43-6BFE6D39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Minimal identity fields that matter because they can help preserve session affinity, workflow reuse, or trace correlation.</a:t>
            </a:r>
          </a:p>
        </p:txBody>
      </p:sp>
      <p:cxnSp>
        <p:nvCxnSpPr>
          <p:cNvPr id="115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11EC93-0A7C-4694-A408-7369AEC00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3746B6-7A55-4E2D-BD76-B787A976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02128B-CF59-4E03-904D-0981FC75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B9ADF5-D176-4C36-80AD-F319152C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6DF8AF-8E7B-430A-BAB8-3DEFACED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5A8BAB-2F0F-4DD7-A49D-4A5B728C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47C01-AED7-4221-B6DF-D50FA604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26A15B-45A5-427F-A114-02C0E0B7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463263-B4AD-4D72-BFE8-D4108C41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780772-0B7A-42D2-8AF2-45111163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B5CD42-2A6C-48AA-AE89-6E6892C9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FDF107-85CE-479C-9120-401AAA78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31871-911B-4064-9391-73B9BE91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EBC53-A2BC-4339-8D6B-487CC754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391388-18C7-45F2-8716-84CBD05E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C2E566-63FA-4E8C-BF66-3B3E7456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E03263-914C-49F8-9BB7-0808B6E8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A6D0DE-F587-4D5A-B611-DFC1AC96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4297D5-ED17-4257-9F9E-26C2077C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319809-3CB5-433B-A197-EB5A4CF7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is closest current concept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E34879-29C5-4192-A26F-FA84FF2E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{"prefix_id":"X-Dynamo-Session-ID"}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81AE7B-B3E5-4E97-A821-99EDE164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F3A1B1-18EB-4178-B7E1-D682AAB5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D9D78C-DEF2-48C4-9CD2-BD5F5897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{"prefix_id":"prefix_id"}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9EC4D8-F950-4DCA-BE68-4D4CC135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AC873A-92B7-4AC7-9622-3EFC8394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Session/agent IDs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A7519A-5063-4BBA-9B46-EC4AC092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{"prefix_id":["session_id","agent_id"]}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1C2B24-D5EC-4A7B-8BDF-061EBF93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5EA767-0977-4567-BD0D-62CDEC6D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Thread/cache key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DA42C9-01D1-4E60-A896-0EB67EE9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{"prefix_id":["thread_id","cache_key"]}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6F21CA-A9ED-4833-9536-F1FD9F50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8216BD-1686-4F0A-BC06-A32B9E4D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5CEB23-066E-4BDB-867B-F0673C1F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{"prefix_id":"session_id"}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AC97A1-2568-4F86-991C-28D14403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DF3F1A-2B21-469F-87D2-074731B9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thread_id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DC4917-3C6B-484F-9F00-C546B08F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{"prefix_id":"thread_id"}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F3F145C-7A86-4425-B108-80A20A5A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E0C602-0CDB-4740-89E1-DB021A88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only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0766FCD-49D5-401A-B6F2-7EFF8AB5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093529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23892ED-1D1C-43BE-85E8-B303DFB8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86225"/>
            <a:ext cx="23336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A5B3DE-68BA-4906-A56C-E812F22E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21431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012CE0-EEAD-4AAA-956C-D75F7F54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15701D-E484-435F-88D9-18C911B7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X-Dynamo-Session-ID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BF78621-62CC-48C2-B367-02C39B22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{"session_id":"X-Dynamo-Session-ID"}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FE89F8-0275-43FC-A8FD-57E790CE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04947CE-9902-4D78-AE21-91BCBAB0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Workflow-derived prefix context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EE46FB7-26EC-4573-8CC0-A0DE1B3E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{"session_id":"prefix_context"}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B72FED3-13CD-4FBA-8DE4-4CBF7CF5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B08F882-84D1-4905-A578-D864BAE8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x-claude-code-session-id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BA62CB-1ED1-4126-9AF4-CE20C0A6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{"session_id":"x-claude-code-session-id"}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2070086-1EAE-4BF2-915C-55195B08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550600-426C-4720-9F71-5E1772D8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thread-id; metadata session_id/thread_id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63FB303-F44E-47D1-914D-1073FC6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{"session_id":["thread-id","session_id","thread_id"]}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CDA40EB-51B6-49B7-9FE5-04A6B34E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B0EEA02-E3B8-4F72-862B-ADB97F31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x-deepseek-harness-session-id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1FD6CC3-589E-44F8-BCCE-3BC3C62A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{"session_id":"x-deepseek-harness-session-id"}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9E055BA-A03E-4DCF-951F-ED60CE15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93FE2AE-1A1C-4EB2-AC1E-9C1AF202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thread_id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878F25A-8C61-484A-9DBD-7136306A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{"session_id":"thread_id"}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0A726B1-0EC1-4F13-B6E4-5AA4F838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08622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13CBAA6-6714-44EC-BEC4-6C3A4667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16242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ID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B5F99D7-60A6-4E38-95B0-FF243F1E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93185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831EE9F-3D9F-4D46-AE71-F5C4C015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3336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771BEAD-9CB5-4898-A7D0-FBBB3414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1431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Parent session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0FA7F81-DDAC-4330-8127-E8881E1C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A0C96A0-8A25-443D-B30A-DD03CB79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X-Dynamo-Parent-Session-ID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E5A34DF-C208-42F4-9A3B-05616FD4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{"parent_session":"X-Dynamo-Parent-Session-ID"}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752E498-A123-4FBB-9D6F-BE8084F5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68B2CAF-4502-4757-A413-CB1E7DBA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Call-stack-derived prefix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213E8C3-D462-4F4E-8FE7-4A8618DE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{"parent_session":"call_stack_prefix"}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F88BC99-8F3E-4071-BEEB-4032AEA5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33C7117-DCAB-4C39-A6EB-89D5412B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x-claude-code-parent-agent-id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1FBAA96-37A2-4C4D-9ED9-FA73D4E3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{"parent_session":"x-claude-code-parent-agent-id"}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0A0476A-56F4-4578-9DAE-0BA35989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D6CAB20-133E-4D25-9600-86C05153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x-codex-parent-thread-id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30B9B30-0062-416C-9D41-C36C2841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{"parent_session":"x-codex-parent-thread-id"}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F200C64-A89E-47FD-9C49-FED3C2EC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ED77FE1-B9C0-4FE6-9248-930DB7A1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010275"/>
            <a:ext cx="193357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B919C20-DBB4-432F-9476-9DC5D6EC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5226D66-9CD9-41CE-80B4-A93E943F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000750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Parent run tracing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F4E6094-F56F-46C3-BC07-70EE332F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770180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131BDFE-314C-44D2-B446-AE634FA5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924550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E7AE752-5A76-4431-85DD-5C23F944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010275"/>
            <a:ext cx="193357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EF10232-23C1-4412-84D8-B33F3AA3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62875"/>
            <a:ext cx="233362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BC200D0-EDC3-4D1E-80CD-4377B2FA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48600"/>
            <a:ext cx="2143125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W3C trace context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99800A8-4703-4B41-83CA-15D2864D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023FC68-1127-4833-9FE5-FEB8358A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Tracing support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14862C3-3DE2-4141-BAEB-99265A5E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41B6B26-C57E-4AEA-8CF8-8081E635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CAA6FD4-9F51-46F7-81E8-59123B73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Profiler/tracing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F52D35D-08A2-4877-B4EC-D0C6C3F0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AFF212D-9079-41BF-8C5F-11703076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483D9E9-3783-49DC-B2B0-CCEE85ED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Gateway/provider tracing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9A7AEFA-AE3F-45B3-9FAE-B3C08EF6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5F68957-CFAD-44A0-B3B4-4526E820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A8E2E90-C870-46FD-86AC-07FC503A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OpenTelemetry-related metadata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C719485-5819-46F2-84F3-D5122F2A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{"trace_context":"otel_metadata"}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09C513C-EA18-4009-8253-D984E2A0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484CC80-8DD2-4C54-9ADD-AD87E377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Request IDs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A5E8EDB-32F3-455E-A656-857B113C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{"trace_context":"request_ids"}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83C67B0-5DDE-42EA-B353-AA73DB73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4539ED0-359A-4FDD-A6D4-B974286D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LangSmith/runtime tracing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4B1F4E90-5A8D-430E-9B52-0A3CBDB3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1F69DCC9-E67D-47FF-8EFF-8EE37B58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762875"/>
            <a:ext cx="2124075" cy="1838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B572B78-76EE-4980-A956-2D146AE1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839075"/>
            <a:ext cx="1933575" cy="79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Optional traceparent and baggage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FE18980-ED6C-421F-893E-436BE14E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608505"/>
            <a:ext cx="1933575" cy="882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cxnSp>
        <p:nvCxnSpPr>
          <p:cNvPr id="22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6CB393D-985C-4163-9227-2F3C975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33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screenshot; each populated cell shows description plus compact JSON; '-' indicates unsupported.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23EA075-4F98-4095-8977-5630B129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716764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8FD26D-77E0-402E-8794-2FF49ECD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Recommended canonical serving-control schema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029F05-7566-4D4D-898B-5EA992EC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85900"/>
            <a:ext cx="1438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this as the normalized object, then map each harness cell to the nearest available field, pass-through path, or unsupported marker.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0FD7E-36DE-4401-BD6E-D370207A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9334500" cy="643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116605-22D7-4CF9-BB9E-0CE3AA70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8839200" cy="590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694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"scheduling":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"strict_priority":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"latency_sensitivity":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"qos_tier":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"expected_output_length":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"expected_interarrival_time":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"predicted_remaining_calls":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"cache":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"key":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"namespace":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"ttl":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"entry_type":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"eviction_priority":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"speculative_prefill": true,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"hit_feedback":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"routing":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"backend_instance_id":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"prefill_worker_id":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"decode_worker_id":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"dp_rank":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"sticky_routing":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"provider_routing_hint":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"cache_aware_placement":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"affinity":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"session_id":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"parent_session_id":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"prefix_id":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"trace_context":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9B20BD-E8D3-4993-B433-774451F7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003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Mapping rules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4ACEC5-5C86-4B27-902F-734BC243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971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DBA78D-A266-4B58-85BB-E86DC218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2575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Map to the exact field/path.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15F151-9D21-4E0A-BB52-23054584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909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A53010-2A78-4EC6-A47A-876DF31E6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0767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Keep the emitted field but note backend consumption separately.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264BA0-6BC2-4094-BCA8-1AE658B4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6101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84C99-949C-4641-9938-82FD7E98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8958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{"via":"pass_through"}; do not mark as native support.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8F6970-70A2-4369-8A32-2A6B5607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21AE70-B495-4C2C-A308-1283F4E8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150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{"via":"middleware"}; implementation belongs outside the harness.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EE4616-5169-4E88-9E08-1E472977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2484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83B644-A0F0-439A-AEB9-F9C8291D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{"via":"provider"}; attach provider constraints later.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1C081A-2EA0-4E85-9508-96BCD20D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067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4B0E4F-D801-44A6-B3EE-EA17FE55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3533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'-' in slides; use support:'none' in machine-readable registries.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773507-9081-4B0A-863F-AEC6C6A6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Recommendation artifact generated from the focused serving-plane signal 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63274A-FB08-4341-AAD9-BFAC79C8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978416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2026-08-25T18:40:18.4010000Z</dcterms:created>
  <dcterms:modified xsi:type="dcterms:W3CDTF">2026-08-25T18:40:18.4010000Z</dcterms:modified>
</coreProperties>
</file>