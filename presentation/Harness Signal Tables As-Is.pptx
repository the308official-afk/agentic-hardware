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00d08e33fc4fdf" /><Relationship Type="http://schemas.openxmlformats.org/officeDocument/2006/relationships/extended-properties" Target="/docProps/app.xml" Id="R9840659114bd413b" /><Relationship Type="http://schemas.openxmlformats.org/officeDocument/2006/relationships/officeDocument" Target="/ppt/presentation.xml" Id="R635153c005af47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624dc5160e4fb8"/>
  </p:sldMasterIdLst>
  <p:notesMasterIdLst>
    <p:notesMasterId xmlns:r="http://schemas.openxmlformats.org/officeDocument/2006/relationships" r:id="R0817aeecada14593"/>
  </p:notesMasterIdLst>
  <p:sldIdLst>
    <p:sldId xmlns:r="http://schemas.openxmlformats.org/officeDocument/2006/relationships" id="256" r:id="Ree529232eea744d9"/>
    <p:sldId xmlns:r="http://schemas.openxmlformats.org/officeDocument/2006/relationships" id="257" r:id="R604b7b57326b4421"/>
    <p:sldId xmlns:r="http://schemas.openxmlformats.org/officeDocument/2006/relationships" id="258" r:id="Rbdd2c79c285641d2"/>
    <p:sldId xmlns:r="http://schemas.openxmlformats.org/officeDocument/2006/relationships" id="259" r:id="Rda8df2c8ed254748"/>
    <p:sldId xmlns:r="http://schemas.openxmlformats.org/officeDocument/2006/relationships" id="260" r:id="R2eec0244849b494c"/>
    <p:sldId xmlns:r="http://schemas.openxmlformats.org/officeDocument/2006/relationships" id="261" r:id="Rf87427795f164a78"/>
    <p:sldId xmlns:r="http://schemas.openxmlformats.org/officeDocument/2006/relationships" id="262" r:id="R811b4e5e46ca4d14"/>
    <p:sldId xmlns:r="http://schemas.openxmlformats.org/officeDocument/2006/relationships" id="263" r:id="Rc57118fa555947d9"/>
    <p:sldId xmlns:r="http://schemas.openxmlformats.org/officeDocument/2006/relationships" id="264" r:id="R3750b0c2970b4fe5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1249b726514cd3" /><Relationship Type="http://schemas.openxmlformats.org/officeDocument/2006/relationships/slideMaster" Target="/ppt/slideMasters/slideMaster1.xml" Id="Rf5624dc5160e4fb8" /><Relationship Type="http://schemas.openxmlformats.org/officeDocument/2006/relationships/notesMaster" Target="/ppt/notesMasters/notesMaster1.xml" Id="R0817aeecada14593" /><Relationship Type="http://schemas.openxmlformats.org/officeDocument/2006/relationships/presProps" Target="/ppt/presProps.xml" Id="Re8d80fce49ba410a" /><Relationship Type="http://schemas.openxmlformats.org/officeDocument/2006/relationships/tableStyles" Target="/ppt/tableStyles.xml" Id="R3097563d4d584da7" /><Relationship Type="http://schemas.openxmlformats.org/officeDocument/2006/relationships/slide" Target="/ppt/slides/slide1.xml" Id="Ree529232eea744d9" /><Relationship Type="http://schemas.openxmlformats.org/officeDocument/2006/relationships/slide" Target="/ppt/slides/slide2.xml" Id="R604b7b57326b4421" /><Relationship Type="http://schemas.openxmlformats.org/officeDocument/2006/relationships/slide" Target="/ppt/slides/slide3.xml" Id="Rbdd2c79c285641d2" /><Relationship Type="http://schemas.openxmlformats.org/officeDocument/2006/relationships/slide" Target="/ppt/slides/slide4.xml" Id="Rda8df2c8ed254748" /><Relationship Type="http://schemas.openxmlformats.org/officeDocument/2006/relationships/slide" Target="/ppt/slides/slide5.xml" Id="R2eec0244849b494c" /><Relationship Type="http://schemas.openxmlformats.org/officeDocument/2006/relationships/slide" Target="/ppt/slides/slide6.xml" Id="Rf87427795f164a78" /><Relationship Type="http://schemas.openxmlformats.org/officeDocument/2006/relationships/slide" Target="/ppt/slides/slide7.xml" Id="R811b4e5e46ca4d14" /><Relationship Type="http://schemas.openxmlformats.org/officeDocument/2006/relationships/slide" Target="/ppt/slides/slide8.xml" Id="Rc57118fa555947d9" /><Relationship Type="http://schemas.openxmlformats.org/officeDocument/2006/relationships/slide" Target="/ppt/slides/slide9.xml" Id="R3750b0c2970b4f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2fb1e111c644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12903a3f0041d9" /><Relationship Type="http://schemas.openxmlformats.org/officeDocument/2006/relationships/notesMaster" Target="/ppt/notesMasters/notesMaster1.xml" Id="R3193fd72b90646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8dd964e2f6493f" /><Relationship Type="http://schemas.openxmlformats.org/officeDocument/2006/relationships/notesMaster" Target="/ppt/notesMasters/notesMaster1.xml" Id="Rf2350fcd34fa41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54b18d5a0c4138" /><Relationship Type="http://schemas.openxmlformats.org/officeDocument/2006/relationships/notesMaster" Target="/ppt/notesMasters/notesMaster1.xml" Id="R037377fb433b42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fe7724998346b0" /><Relationship Type="http://schemas.openxmlformats.org/officeDocument/2006/relationships/notesMaster" Target="/ppt/notesMasters/notesMaster1.xml" Id="Rf2206a0896c841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773d25af55437b" /><Relationship Type="http://schemas.openxmlformats.org/officeDocument/2006/relationships/notesMaster" Target="/ppt/notesMasters/notesMaster1.xml" Id="R301bc3305d8549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8df80968c14a27" /><Relationship Type="http://schemas.openxmlformats.org/officeDocument/2006/relationships/notesMaster" Target="/ppt/notesMasters/notesMaster1.xml" Id="R14e897df24c84e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7c57c58e814c8b" /><Relationship Type="http://schemas.openxmlformats.org/officeDocument/2006/relationships/notesMaster" Target="/ppt/notesMasters/notesMaster1.xml" Id="Rcb850630278642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b7583f22534d1f" /><Relationship Type="http://schemas.openxmlformats.org/officeDocument/2006/relationships/notesMaster" Target="/ppt/notesMasters/notesMaster1.xml" Id="Rfb154d38f9904c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52db8518a84119" /><Relationship Type="http://schemas.openxmlformats.org/officeDocument/2006/relationships/notesMaster" Target="/ppt/notesMasters/notesMaster1.xml" Id="R8a6f5bb0d0e941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legend text in chat.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narrow to KV cache handling and scheduling/workload prediction hints.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and previously generated signal tables.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42c3aae6bc41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0d115933854949" /><Relationship Type="http://schemas.openxmlformats.org/officeDocument/2006/relationships/slideLayout" Target="/ppt/slideLayouts/slideLayout1.xml" Id="R82b236f2683e45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b236f2683e45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6fbb6dbe44425" /><Relationship Type="http://schemas.openxmlformats.org/officeDocument/2006/relationships/notesSlide" Target="/ppt/notesSlides/notesSlide1.xml" Id="Rfcbb205f3daa47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0cda42734e4d8a" /><Relationship Type="http://schemas.openxmlformats.org/officeDocument/2006/relationships/notesSlide" Target="/ppt/notesSlides/notesSlide2.xml" Id="R6888b888bbcb42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06fcd07b74d9b" /><Relationship Type="http://schemas.openxmlformats.org/officeDocument/2006/relationships/notesSlide" Target="/ppt/notesSlides/notesSlide3.xml" Id="R40b90f6cd5324d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c260967d3439a" /><Relationship Type="http://schemas.openxmlformats.org/officeDocument/2006/relationships/notesSlide" Target="/ppt/notesSlides/notesSlide4.xml" Id="R52239741a1e94f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5f5877f454695" /><Relationship Type="http://schemas.openxmlformats.org/officeDocument/2006/relationships/notesSlide" Target="/ppt/notesSlides/notesSlide5.xml" Id="Rf4f13514e18f4d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83b803b6f442a" /><Relationship Type="http://schemas.openxmlformats.org/officeDocument/2006/relationships/notesSlide" Target="/ppt/notesSlides/notesSlide6.xml" Id="R615e99bead3948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9af7f181c42ea" /><Relationship Type="http://schemas.openxmlformats.org/officeDocument/2006/relationships/notesSlide" Target="/ppt/notesSlides/notesSlide7.xml" Id="R94c2e942937347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6279783f54257" /><Relationship Type="http://schemas.openxmlformats.org/officeDocument/2006/relationships/notesSlide" Target="/ppt/notesSlides/notesSlide8.xml" Id="R14cd24aabb2041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d1f633b644257" /><Relationship Type="http://schemas.openxmlformats.org/officeDocument/2006/relationships/notesSlide" Target="/ppt/notesSlides/notesSlide9.xml" Id="R9194637a2ea544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655798E-2131-437E-B0A5-13497087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Legend — How to interpret support labels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C615F-F727-4CB8-9618-512C4E38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76591-F9D9-4AB3-9CC0-ACC634B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3E32D-C8FC-4CEF-85FB-312805B0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Built-in, documented support in the named platform or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03F195-9220-470C-AF3D-001AD612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9741E-B87E-490F-A25B-67E783B8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52D01E-4393-46AC-B448-646EF12A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harness automatically sends the signal; a compatible backend must still consume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BA19B-BE31-4DFA-B34F-C4E6BB45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9E930-BC62-49C3-86F2-3851AB68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/ Custom only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1C7DDE-682C-4A2D-B85E-96DFFA79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Developer-written code, an adapter, or middleware is required.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0F460-1349-406D-8CAB-902C465E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C640C1-55E3-4433-99BF-72679E7C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BD8D05-DB47-41CF-ABC7-989C9EED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Forwards a user-supplied field unchanged; it does not create, validate, or act on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8A2D1D-BADC-4726-AE12-AFF2F379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D6124F-9E03-49F8-9630-E8B72983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7758FE-0DCB-45EE-8787-F334DEAC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Generic forwarding appears possible, but no standard mapping is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EE4A0-00C6-4478-9002-93519269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E9369-56C2-4867-BCF7-C4D8F6C7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0C6702-B478-43A7-862B-274D337D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47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Support comes from the selected model provider, not consistently from the harness.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E2A4B9-8CAC-43A2-A1F6-E6EA560D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D6BB1B-2EA0-4BBD-8C0E-28AFED35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A4D351-089C-4B06-A9B4-9DA35C7F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or used internally, but not exposed as a stable outbound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BEC08F-D273-4A99-A367-0C711F53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26F37E-EB9B-4A5C-9F30-80B1C7B3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/ provider-managed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506D77-A6B9-401D-88EA-F721117C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Capability exists, but the provider controls it automatically.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B4CA28-DE43-44F8-A2BF-CCDA311A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395148-76E5-4D42-A3D0-A8AA9C40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/ version-bound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045BDF-3868-42F6-884A-A394039F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Integration-specific and not a stable portable contract.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ED64CA-0F0B-45B8-B521-619A2A24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F64ED6-893B-4E1B-84E3-17EFDAB3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E4428A-2ECB-4770-BFEE-A87053A4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Previously supported but deprecated or removed from the current interface.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914C58-7333-4630-8E40-9F9C53E0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BD8FD0-F104-44D1-A83E-52F593BE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/ '-' / N/A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592221-22D5-4E17-809D-09C4FCC2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documented equivalent or applicable support was found.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884657-F63C-4D81-8C4F-9C3B262C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A9D2C3-B17B-48D5-AF66-63F554B2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 / metrics / tracing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3C31E6-4CB6-42B5-AF09-CB0CD990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22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Observability only; reports what happened rather than controlling inference behavior.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3D60D3-4D03-47B8-ADAA-9093685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comparison rule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4EC67A-BD60-481C-A570-C6DC103B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F22155-B58D-4E5C-B9D6-6AFE2255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Supported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604DDA-859E-4418-8BFA-11448BEE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9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Native; Emits when compatible downstream consumption is verified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37C471-0C91-4B6F-8CEA-8785715A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C625E5-5FDE-448A-94B8-A9BB39AB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Conditional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996C61-2D08-430F-975D-65C1AD3B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Provider-dependent, automatic, experimental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9B7BA4-7FAD-4A09-B5BD-A2AEDADB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C9BE8D-AA83-4CAC-821D-FF750FB4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Not natively supported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24DC62-60D0-47EB-94DB-7FE6B394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Custom, pass-through, internal, middleware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E80BFF-2AEC-4269-B7C3-D3E8CA59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A44BD0-D29C-4980-8BD0-FAF495C0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93F552-D722-41BC-AFF7-CBB4D035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None, '-', N/A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169F35-6AEC-4E0B-8D5E-6048E215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67550"/>
            <a:ext cx="1428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Most important distinction: Native is built in; Custom must be built; Pass-through only carries the field; '-' means no native equivalent.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AFF621-7241-4E5D-81E0-E1D4A001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6200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Cell format: human-readable description on top, compact JSON wire shape below.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E302EF-9FF5-4FF2-83B4-BB99EE56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81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Example: Pass-through only  {"via":"pass_through"}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7A43E83-F8B7-4238-B07A-C7B06D5D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legend text in chat.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F56F3A7-AE16-4E0B-841B-9E66BA63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621009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FF0156-E66D-43E3-A0A3-957C8DB1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Focused scope — serving-plane control signals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05B9D-02C5-414F-9CD7-5ED781D4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35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This deck keeps only signals that can plausibly affect when a request runs, how serving load is predicted, or how KV/cache state is reused.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975689-0E5C-431B-9F19-B896A95C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03E66-83C1-47C3-A1DF-355EBE71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D24CB-C266-4953-A5E0-A9506CB2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Queue order, QoS tier, latency sensitivity, output-length and arrival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95DF46-D9E5-4E2D-847A-EFB62A22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priority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latency_sensitivity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osl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total_requests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iat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E69ED-088D-45DE-AAD2-AEDE6704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7C02E-84FB-4197-B659-5BB491F6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90301C-7887-41C6-8C3F-51ABADD5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Cache keying, namespace, TTL, entry type, eviction priority, prefill, hit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1FE6E-7994-4E0B-AC49-6CE97C8A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prompt_cache_key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cache_control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cache_salt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speculative_prefill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AF812-FDA1-4634-ADE2-38F1207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38900"/>
            <a:ext cx="1466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Out of scope for this research pass: routing, placement, worker selection, affinity identity, general reasoning controls, lifecycle metadata, and broad observability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488DB-9CF4-404F-A986-BC48B661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1466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NeMo/NAT NVIDIA-extension hint bundle: priority, latency_sensitivity, osl, prefix_id, total_requests, iat.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C6AE88-01C3-44CB-AB50-42748188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Scope rule: keep signals that affect scheduling/workload prediction or KV/prompt-cache handling.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6D59DA-E609-4A5F-9895-5AE9C33C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954084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211DFF-F955-4C19-B4FC-B8B8026F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B0C4C-9BBA-420B-928B-AA1A1BC9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when a request should run and how much capacity it may need.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42211-624B-4DEC-9538-82B8450C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4CD3F-446A-40C7-B29C-89DDDCCA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A3B70-D7D3-4407-A060-F6B0197C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72A8-B1BE-4EC5-8DF6-96A9D760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2B5C1-DDCB-448E-97CA-AB476C48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priority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AB8005-9188-4CD8-91CB-C685949D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serving system how important a request is. Higher-priority requests may be run before lower-priority 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37D6B-8BEF-4CFB-A22C-3350DF6F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FCDA8-F3A2-4B47-A5B8-EE1C8623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latency_sensitivity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C7BB2-D54D-473F-939E-2D7DFBB1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718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system how much the request cares about speed. A highly latency-sensitive request should avoid waiting if possible.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16E97B-039D-4042-A22F-4780A016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527E67-DB49-4B26-ABC9-C174D76A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osl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095F5-6381-4745-82FE-3B027938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74345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output sequence length or expected output length. It tells the system roughly how many tokens the model may generate, so the scheduler can plan capacity.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A7B44B-A4D8-41EA-A19E-A29BF3E3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072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811E6-CB71-4752-8832-6EACDD40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3407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prefix_id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BC9F33-0128-4D17-91A9-CBA7D3CB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1502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label for a shared prompt prefix or workflow. If multiple requests share the same beginning, this helps the system reuse cached KV state.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968E07-F458-4335-A90B-E1108D8E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723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B2F631-D1C6-4236-A80B-E36FACC5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056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total_requests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FCF661-D695-44EF-A255-89430ECE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0866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about how many related requests are expected in the workflow. This helps the system predict future load.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FF9AA2-467F-475B-8540-BA7AA5E1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438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514B96-32D5-42DD-B10F-424451F4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2772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iat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16BEFC-0CFD-4237-9C92-8EE0E60B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82581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inter-arrival time. It hints how much time may pass between related requests, helping the scheduler anticipate bursts or gaps.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11E386-0F01-4143-BF0F-BF7908F7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81908A-F15A-4DF3-B784-6EA957CE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156682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42F107-C76D-4816-9B02-178A403D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and cache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DD3A6-0309-4598-8A47-348AE94D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what prompt or KV work can be reused and how cache entries should be separated or retained.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DC7E6-65D0-4469-9B8D-5BB4E39B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EAF7A-D238-4C2A-A800-8B2EE1EA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4A7D6D-011D-4CAE-B463-0602D0ED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D85A9-4E39-4EE2-B8A8-ED7A6C0B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4ED01-F0C5-4681-AAD9-CAB656D6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prompt_cache_key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DF0C0-DED2-431F-979F-CE2F82A8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stable key for identifying a reusable prompt prefix. If the same key appears again, the system may reuse cached prompt/KV work.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EBD3A-D74D-4ADF-9804-B669C13F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D6348-26EE-42F0-970F-A8B4D950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30D6F-4D30-4064-B9FB-FE0769C7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6242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Instructions about how cache should behave. For example: whether to cache, how long to keep it, or what kind of cache entry it 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F52910-394A-446C-8A5F-2A43EB2D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41A10-FD52-4A33-B025-6CDCC158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4360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cache_salt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46150C-27DE-42EA-BDC4-D9657DB5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namespace separator for cache entries. It prevents two users, tenants, or workloads from accidentally sharing the same cache entry even if their prompt text looks similar.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4CF7D-38A3-44D0-BC64-728E860A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57237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3BF278-C0DA-4220-8750-930F1006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0572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speculative_prefill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FC1157-F90D-4B60-AEEF-8E8DAFAD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68667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to prepare or precompute part of the prompt before it is definitely needed. It can reduce latency if the prediction is right.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103129-FCF2-4EF8-AECB-61379318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519FE2-ABC8-48A6-B7D2-9CDC5772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974689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8E418822-2883-4660-AC6E-93A0B13D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and workload-prediction hints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2173B-EFA7-42BA-A8CD-D61D4995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queue order, service tier, latency treatment, or predicted serving load.</a:t>
            </a:r>
          </a:p>
        </p:txBody>
      </p:sp>
      <p:cxnSp>
        <p:nvCxnSpPr>
          <p:cNvPr id="18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D260F-9692-490A-8E80-584231D0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09743-3723-4484-AEF4-8DDA7C5A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BDF2F-EA28-4B2B-AF69-7B0D39E0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C1320-DAFB-4A59-B5E0-5528887F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E7DA6D-38C0-434C-8F4C-E8A4B10E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F6B82-EC90-43FC-9762-A244BA15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1E5FA-99D0-45D6-A3BB-6B8A25BB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E1E21C-3190-462A-A8A3-A0D36C31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F041D-21D8-4D60-8039-D24B6A86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AF40E-FD36-4CCA-91FE-20FFF9A0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B98613-10B5-4F46-826D-9784A1D9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6F432-AD4E-4CCE-8098-E94B0D5F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A2E4E4-C5B1-45BC-9B91-73B93246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D9AB27-BE34-4765-8CCD-15692657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062FBA-3ABB-46F1-B8CC-53305EA0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4EBC8-A05C-40BC-82CF-C0B21CCE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465EE0-9ACE-4F4B-92E0-14B7F5A1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E28B51-39D3-4592-8D20-93DD6D38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1C9BAA-062A-437C-9DAF-F81393BA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227512-2584-4BD8-B74B-F33020FE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nvext.agent_hints.priority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BFEBC2-DE5B-4721-9455-AFB8609B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{"nvext.agent_hints":["priority"]}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565AAA-7D48-4258-B5CB-1EC28E69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A8F752-415A-42EE-8BF6-0D4B0E8E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89BDD7-DA00-4757-ADC9-BEDDB351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{"priority":"priority"}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3A0290-4ECF-4B9F-882E-48B7C62F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808C66-AFD6-4A06-9581-03F9DB5E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804EF3-1958-4233-BFD2-BCEA4B61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C1EDD4-19FC-4889-95D8-8CF92D5D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174733-0523-48BC-8A51-B16C89A0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BCBCC2-8A77-40AA-ACFA-9162890B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DBDCD5-CF8B-40F9-A225-B862FB5D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89CEA9-8B19-4A69-9D6F-9F8291C3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4C00D8-56AA-4548-BFE1-AAD77755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A3689B-F02C-4E01-807E-C25CA8E1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A0EF91-CFD0-4BAD-8107-313D8A9C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extra_body pass-through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135FD2-77E1-42E7-AA88-16A0B612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{"via":"pass_through","priority":"extra_body"}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9A73D3-A131-495E-81B5-4834FB2E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4B6B08-5D0F-4B25-98B1-03B88EDC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44E69C-D4F9-44D9-9F32-C3D5CAD9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7775D5-9B95-44FE-8CA0-69A1B893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strict_priority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A53024-CB88-4620-9491-4FD91171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{"strict_priority":"strict_priority"}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67D3E0-5E89-471B-BB20-F0182C68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487C5D-A2CA-4999-8A88-B153D7DB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B79AEB-9795-421F-A2D4-4CC0D776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6DE208-4909-4491-A35A-7ECD4E04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9315AC-F2DF-45FF-8343-73ED4C27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22087B3-FAC1-4553-B7FE-E6A8687A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AD01F8-8A55-404D-8B58-591D8AC3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97A6DB-93F4-479D-B10A-5F3F9D1D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C163F41-9AE9-42A5-82B9-5E48D286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9E7A6F-E33C-461D-A245-01496F24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5AFBBF9-334F-44E3-89EC-8527051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7371EAE-3740-4C33-B537-7AB656B2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086DF3-3338-41E9-BD8E-E9296F8F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26F589-F5DC-4C27-AE93-20CFC3D6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10418BC-3652-4342-9C5D-192B3960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64A2D74-BCC7-418C-B2FF-B6633E24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3023AAA-15A4-4F16-AA43-7DCCEB2A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6619C8-B9A4-4AE6-BD26-2C865D7F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 field; removed from current schema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0C2ED4E-6607-442E-B1F7-ECA99ABB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{"legacy":"latency_sensitivity"}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E11215-D64D-4E63-B2D9-4221250B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76668B0-98E2-4712-AC95-69235608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latency_sensitivity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DFBBD60-1AB2-4564-ACC9-9FBEB493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{"latency_sensitivity":"latency_sensitivity"}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1524A56-EBF7-46D5-80D8-276412B3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532A3CC-DF10-4077-9291-972560BE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3FD14A-19C2-48F8-AE32-6F5E89DB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0CFB0C9-FE8B-4C7D-B74F-8B2BC045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305C32D-40A2-49F1-B6BD-CD7C11FA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1AEF071-ABED-4649-8B69-DD77069C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4DC9F2B-3AAF-4400-AFFB-AE1363D5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1FB9592-7BF1-488D-A341-06080F36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F880D5D-24A6-421B-863F-1DF91D98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88BADB0-95C1-4880-9A4F-5455A73B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91A64D2-7BE7-4C87-8C49-120D5365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79B4FEF-D9F6-4608-AEB7-E1270343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5F5373E-7449-48BE-BE24-6F73E416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81AE17A-358E-4F61-94DE-16218873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85202A2-3516-4FD7-A85A-BA7F86C6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B0B2E6B-FEB4-4E2B-A2EE-7ED3EC35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EEFF70F-EC7C-4B4E-9D49-4EA211A7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15A132D-9ABC-480F-9BA9-17F07055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5D7C83-ECDB-4F0B-9DD6-84F05110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9A7BBEF-E63B-4DB6-8FB0-2553A60E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53579B3-ECD4-41AD-8EF0-11B5BF35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/ speed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2DEE9AF-84E0-4641-B36F-510AE4FA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{"qos_tier":["fast","speed"]}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DD52706-2217-4464-A766-B5667376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2A0C7FF-7D5D-45E8-8CEF-D1260D8C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service_tier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53A1320-460B-4955-BB12-06837CDE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{"qos_tier":"service_tier"}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C5DD096-0443-4AA3-A07F-FADBDC66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DD797B4-0F5D-4BBD-B853-44D547FE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A59AFB5-0544-46D1-901B-FDAF4835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C1016E0-216D-48EA-B593-F7B163C6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9C77F60-6E8B-4427-A1B9-E53F94AD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7B0C7C3-BD9F-45CD-B48C-06C69486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93A3CCF-9548-4E3E-90DA-83388790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extra_body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7D72317-C92D-496F-BE62-B11DA31E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{"via":"extra_body","qos_tier":"extra_body"}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2DA40B5-1BFC-480B-A87A-0C5D9DF5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96E670D-443D-467C-AD52-7033A1AE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4E6D639-FE06-495F-B34C-02BF8FDD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368FB7F-125B-4E59-8A1C-99F1C57B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osl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C46A7C5-C09D-49A2-AE8F-BA1460F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A0687E2-BC39-4333-BCC6-26B812CA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A250546-A9A5-4BC5-A304-61E19AC9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osl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DE5863F-94B9-4F03-8A84-B09B7611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6D5DB9D-BA68-4360-8E5F-84FC3401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5E93C94-EA3C-4594-A312-A72B1333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DF82A70-CCD5-436E-B0D0-84AA5BA2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87844B3-B88E-4628-9844-077B1988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AC6DA26-04BE-4C5A-A9A1-FB356A5D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5056DBE-A1D6-4D60-8DB2-78C82416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9106218-6E92-46EA-80D9-BBC26A90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F8C6311-AA36-4355-84DB-8E0D7A8D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infer internally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F0A28A3-50B2-4F53-A05C-29B567C8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0DC4E16-FA84-4616-8655-964325BE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8949F9C-A10F-4681-AF94-B6892D7C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761FD4D-7022-40DE-AD86-A23A9D79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6FEC17B-2B6A-4CF4-8394-5A19B43C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D0F0416-C0A0-491A-969A-EA853952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17BBF53-67F4-4EE3-BF75-B0109D93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F5A4F79-50CB-4BD1-B660-7871EBDE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2CD771A-9CAE-40E5-BC79-533B9AF3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7D50E0E1-0198-4671-99E5-866FB694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iat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A8B3BE1-0DD5-4B94-A8A4-A78412FC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{"interarrival_time":"iat"}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98458B6-57B8-4812-8DCE-F8941CAB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1186585-E75D-48FA-8660-8A6EF89F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ABC9889-7B8D-4C6A-8997-8D6382C9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123796D-6EE9-45B7-947F-CE7B79C5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EA5DD2D-0A43-4853-AD86-33A304EE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6FFE5EB-19E7-4E5B-A39C-F2C3C429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1388B3A-9DA3-44BB-9336-19966A13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500FE03D-FF46-4A57-8D95-BE59DB19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CA35DD5-17FE-4049-960E-F6B411EA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2715007-A60A-4709-8A05-3188F59C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AC1A1FAF-6626-4608-B937-A6C77EC4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675C36F-7D0B-4B37-8FBC-98895935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8F283D4-7B51-4E13-B424-82C1EA74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26FBDAA-144E-4E30-9FF3-B9FE36E5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2D3B141-AC2F-46C1-9E41-7F3816F8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A3EFBDEC-B7D7-4985-B4D6-BDD16A4A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757BB2C7-B8D9-40F8-9ABB-4273223D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total_requests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434E69B-7200-476B-B577-8145AB55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{"remaining_calls":"total_requests"}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76A0E49-6FDF-493E-9E92-AF7CA9CA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7A8BD60-50BD-49D2-A06B-5E2E8C12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785809A-89F9-4B3D-A07D-852CA709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3FD05943-57EA-45FE-85C6-268196BC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3FAB1FC-77BE-459F-A30A-7A596077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DA741AB6-5064-4A10-9211-0F4B9331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7252FB0-82F6-425E-A986-910ACCD7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E6C07E8-3916-48D7-BE49-2BB08381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 may know internally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D93006E5-89DB-462C-A2DD-E6B4BCA9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2873939-4DB2-4197-A7D3-2BB09D6D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1171665-5595-45EF-9A49-8A5101A2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4D8CF7A0-5C00-4AC2-9753-E366DD16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AAE0102-5D87-4449-968D-4E8348E0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B58C2231-BC92-486B-9896-756A351D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361BDD98-C1BC-48E2-9D00-F79AF059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71457F0-A011-481A-8AE4-50208261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8ECF589-24D6-4A40-A1E8-93DE815B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27A83D6-70F4-4A97-BEFF-BB1F29AF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F937CE5C-8654-4D42-8E7B-5B68929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E8E2F7B-4AF5-4A45-A94D-ED07F644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724ECD8-23D1-43EF-8ED5-95BEBB69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E214B47-3B4A-4868-B030-A766A3FF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A06E3A74-885C-4D53-8824-5ED187C5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B9FFDFA-6ED4-4C8D-833F-ADDA6C0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1B9D412-B4DE-4820-A948-058D68E1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95149F4-B40B-4A1B-9FD3-F275BC0D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690D3CC-015A-4542-8786-A7A1099E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E0EDFC9A-490D-41FB-BF17-39EE0EC2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9B9FBCF8-1670-4D1D-9B53-CEE041C7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45DB077F-C2EA-4324-B679-FF729B4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A797F32-7A7F-4D1D-87FB-E23B9FFD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FD2EE68F-583C-4B79-9F32-CCC33553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A42808C-4B22-4B46-9165-9D12DD75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C1FCFBB-582C-43C1-88A0-E74065A7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DFD739A-7FF0-411C-A5C4-7FC13C59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36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CA065130-8D3E-4CF2-B449-9DB2FFD2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7776B723-56E7-4167-8925-6A444405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598146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EE7646A4-87C5-41DC-9EE0-950430CF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cache and prompt-cache handling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A0CB49-D63B-4639-B4BA-72DAF47F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0C671-FB1E-4B7E-81F1-CA102BDF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B0DC2-73F6-41B6-B6F3-E72C9FC1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EBEF3F-7041-498F-8593-3143B340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39234A-1A60-4E9F-A6CF-91B66812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991F0-3BCF-41A5-ABE4-80F0ED9C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B94ED-CC08-4BCA-ABE5-A597B42F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278F84-A72D-486B-91CC-A9C3167E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195468-9B3C-402F-93C1-826E1A12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44C94-5934-4B1A-9326-B9B66F11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AB7C1-2C4C-4B0A-91A3-0B143898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2E26F8-FDE4-4828-A64D-D00E960D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63D83-661B-4104-A799-85A3BA4B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A201D7-92CD-4A7D-ADF4-684D1941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0997B0-A260-47E4-BA0B-E1762A7E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DF9AA-76FC-4D6E-AE06-5998F948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9B9D78-58CD-4581-ADCF-2BAD0F8A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1B95DC-0865-491D-83FC-EF273857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57E966-84A5-467C-92C1-63940BD2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F30F1B-B372-4811-AEDB-2D6542BF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B5D5AA-32B7-4A9F-983B-9516FFA2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prompt hash; no client cache key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2FA29-4A88-43FD-B609-D2E9E09C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{"cache_key":"Automatic prompt hash; no client cache key"}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35FF89-44AF-4080-BC5D-C552770E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CB5B6C-9A53-4B1F-9963-8FCDB4FE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prefix_id, but not equivalent to a cache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11B957-6BF5-486D-92A1-F352D025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769B76-7FBC-447F-91FD-8638A558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82B14D-5A1C-451C-B444-15BBD174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Exact-prefix matching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EB233C-9A6B-45FB-841E-8ED556F8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D4B266-8790-4C7D-BB7E-69776ED7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F873CB-94A1-4E4B-8FE1-BDF37288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DC3EAD-B64B-4864-9F76-9A7AC0BE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{"cache_key":"prompt_cache_key"}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734E8E-092B-411C-A5ED-B7333A05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A7E0F9-9C0E-4087-98A9-87D79CBB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335C15-0155-4160-AA95-5FA4B9A2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53A37-8F55-4DCD-A59C-EEFF72CC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F734DC-03E6-458B-B845-947521DF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AB6042-139A-422B-A5BD-B1040475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F00F37-9C06-4922-B601-F8BCD5CF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22EA97-B12B-4F20-9B8F-C9CEFE31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BFB5DF-3CE4-4AE5-8393-C516E118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996401-6FD9-45F4-AC9D-1B3ABD01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A251F5-F307-400C-9FE8-8FF0ED5C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290107-108D-4211-A890-977D8B13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2048B0-32D3-474F-8281-7B6C8919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nvext.cache_salt or x-tenant-id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1263EA8-2992-40BC-BD7C-84085370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{"nvext":["cache_salt"]}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3D1391-D90B-4585-9F7B-C4A64FF3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B9C9EE-C34C-413E-A33E-93F3A4DD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Dynamo salt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3A18D1-9E12-46D0-BECC-2B8B6B8E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{"cache_namespace":"nvext.cache_salt"}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94FD42-2D4B-48BE-8C20-8051CDBE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7F1579-2BAE-46FB-979C-4AA5C996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1E4968-281B-4562-8AF4-F9B5C2CA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AC959B5-5718-4A9B-82DE-E8B44F4B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 provides bucketing, not tenant isolation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F57E907-A74B-4B2B-8D68-05239320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{"cache_namespace":"prompt_cache_key"}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E65776A-48DC-4ACA-BD71-3CB9EBE2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71B8BE-61CF-4506-A81F-ED00E8CF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2769502-D3FA-4B46-81BC-B41484D6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3367FE-4A3A-4836-92C0-C639F429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457B172-0B62-4E17-AB2B-65DB9993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2827262-09D7-4A6C-BAF8-35883712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2AB41DE-07CC-4F55-A295-05D7ECB9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header/body pass-through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371C3BD-415B-4763-841B-B0D0460F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9C9C6FE-B4C0-478C-A847-B6BBF2EB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FE1DB81-3E7C-419C-96CF-FCF1F3AC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2ACB8C6-2CA4-40C0-A337-F6D5EC8E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3E0BC75-8464-417F-8579-68C99F7F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D6145E8-FA85-4512-94B2-0BB5A496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3D77D25-E77F-4DAE-B528-4A650AC7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nvext.cache_control.ttl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7656400-1608-428E-8BE4-5C3FF3E1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{"cache_ttl":"nvext.cache_control.ttl"}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44E6693-8E6C-46D1-A389-AB603B9B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E0572E-0237-4A9B-834F-5D7AEAD5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cache_control; 5-minute or 1-hour TTL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B8CE113-76EA-4C81-8D02-6DD4EDE8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{"cache_ttl":["5m","1h"]}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07579C-FD88-4E55-9410-6FDB6F51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C1291E4-24E1-4EF9-A4BF-C0D4148F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explicit TTL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11D447E-0EBA-480A-87FC-9078CEA3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{"cache_ttl":"No explicit TTL"}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B0B1291-4A5C-4F42-8CB3-F4CCE509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03B68F0-6424-4720-990E-88E855BB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automatic TTL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19D5D89-3ACA-45E2-94EA-65544862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84805CD-8C9C-432E-AF91-77DA56D3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C00B739-4BAA-4D1C-ACE0-49652DCA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Anthropic/Bedrock middleware; 5-minute/1-hour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20A4499-CE23-4F9E-9472-2E3AEF66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667A08B-61CF-46A8-8F79-DE270585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3271BDA-2C3C-4EED-A7A4-3A242B95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cacheRetention / provider cache control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A427BF0-F6EF-4F33-B847-05DD6A21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3155871-B2E6-4967-9F00-4DAFC2CA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5FADD0E-1F46-4EBE-A92F-A127006C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76E0D7E-744C-4988-8FD3-727790FA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547D265-A15B-4DEF-AFB3-5194625F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C7A8141-6ECA-4DCE-AB98-D7F0E052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A4FBE8D-4BE2-444D-B472-672A12F6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 experimentally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DD4026D-9453-41E0-A84B-390FCB6D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 experimentally"}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E04D025-7F1B-4FBB-A61D-598876BA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45739E1-C11D-4296-97E8-8DE85100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1634487-7A5B-47F5-AE97-C991CB21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{"cache_type":"type:\"ephemeral\""}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ECAF66A-08FF-4768-91CC-B9ABB164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5463B22-6D13-4405-853B-BE53A75D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2DD525E-00EF-451A-B846-5538C117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D610FA0-4C8D-49AD-A7A0-D179D94F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210C00A-E2C8-4F96-992C-FACF2A32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7B1EB4D-362B-45E7-8142-FAC88950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0E31CF0-AB59-44C2-BD9F-B8F0433B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A603D99-A174-435E-B64F-38DEEF47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C7746B8-3A53-43BA-BC1C-1608AE3B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38137AD-1166-4C79-AEA2-0EEB22C0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A660845-9B3D-4504-AD96-9B8F7A5C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777D1B-095B-47F8-B464-E95B8EFC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2E8C64C-A270-4137-B8B6-A5028676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68C69AE-BE63-4EAA-A674-0D0983FF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priority; currently effective with priority-aware SGLang cache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49C714B-0CD3-4BFF-83B9-FDE2FDBF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{"eviction_priority":"priority-aware"}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A1DCECF-39E1-458E-B01F-0A2B5898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C92F9EE-38AD-4278-A49A-490ABAC7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9881A8D-B805-48E6-985B-9DC1464B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{"eviction_priority":"priority"}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40EAE82-F426-49AD-94D3-B7AF6F64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FA31C0C-914E-47B6-A759-B33DAD0E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8778B85-43B1-4913-AAEE-E9D7BAF5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22A378A-2E6C-4189-8B56-DFDBCAF9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A866A74-F29E-416D-9AE9-FE7368B5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BBB5AE5-6D79-4FB3-ADD4-AAC16CB7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F801E4C-49A5-4748-B6EA-5934C377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E21FDAB-D7A8-4945-A71F-0A164F95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unless custom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7751BFD-A4D5-4E69-A2B5-58C2921A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{"eviction_priority":"None unless custom"}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80D7667-3A91-458F-8527-F357084C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5C65B1A-B7E8-4F5D-8D65-5D2B7DBE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2ECCB9B-C85E-4603-81E2-81D2834D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1E2E2AC-C4C7-4DB0-A65E-426D332F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CE6EAF6-EC9E-4636-BEFE-424FEF4A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F916D6B-5BEE-4AEE-812E-76B13ECD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25F7BC7-29DA-4ED5-9A33-85F0C360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speculative_prefill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9D10CA2B-DC92-4B5C-B77F-D13FC266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{"speculative_prefill":"speculative_prefill"}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182D9658-DB60-411B-AF6C-AC3132E4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EA7113A-585D-4F24-9307-C014A810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A6884AE-1466-4B34-BEB3-36A812A7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CAA4EBF-4F1A-4A4C-831F-822249CB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AD61848-ED4C-43FC-AECC-4B61BC3F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670538F-2EE3-423C-9545-7FA46D41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WebSocket prewarm, but different mechanism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AA63E92-0A20-476C-A094-D57E4814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{"speculative_prefill":"websocket_prewarm"}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88FCE05-C9F2-4ADB-A114-7E847A23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9A38BAD1-5C96-421E-819A-A6E6587A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FED0E0C-4926-45D3-B746-47C6B748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1F30109-D19B-46AB-9D53-0AC01AE8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A4A66CB-6699-4B7E-836D-DA93B82C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34764D6-4401-4F7A-89A9-A197E6C4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UI speculation, but not KV prefill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5B6F512-6952-4ADE-9D09-14AA56DA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770BE834-DF74-482F-92A9-D0787FD2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365BC57-0B33-47E8-8480-EE253204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7FA68DF-E001-432B-BC32-DFA2C1D3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ED1EC65A-20A8-4964-B514-039B881B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Metrics and response extensions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57B8982-90A5-40EF-9539-98A6B145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21CFD84-921C-4E71-A6A5-0D1D3A12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13EB27D-AC77-4050-A9A2-FBB66EB0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Profiler/metrics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CD03FD80-781A-47DC-9420-ED68052C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A9D3751A-3327-42A1-86A4-7064F464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BC555ED-2F5B-43AA-9016-7468418F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Cache-read and cache-creation usage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2D4EAB9-0BE5-4C75-95EE-B38E98EE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{"cache_hit_feedback":["cache_read","cache_creation"]}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2CF0B0ED-6FF7-492D-8EE3-E499464F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A98FD8A-75EE-408F-9C4A-233737D9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input-token usage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6FCA8C12-9913-4846-B4C1-77608B87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{"cache_hit_feedback":"cached_input_tokens"}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21652E8-2AE3-44EA-8AAB-55C97B4A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2AF7A56-C8EB-4372-9AFA-4F44C836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cacheReadTokens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6277F4A-48F2-4AC8-A83E-2CC4B017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{"cache_hit_feedback":"cacheReadTokens"}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ACACBF6A-02FC-4DA1-B70E-D38F2257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619DF94-8E90-4EA4-88C8-F4C988C8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trace data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6FA3FDB-9115-4276-8779-4EA5044B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8E4BE68-07CE-48BD-BA1E-81116C81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5953BC7-1043-495E-B378-CA5F8FA9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metrics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3144D531-CE47-4F24-B963-E3744AB3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E27D251-8647-4664-B88A-167CAF3B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4405959-2651-41DF-B3F9-093DD089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6ED821E4-CA9E-42AE-8439-0D1122B8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BBB4942-4473-4F2B-A774-BB601213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F27CB41-A234-4A56-9A23-B403D2E6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3660DBA-2AFB-4B99-B939-B0FF3FE1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Experimental/version-bound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A13A9274-32FD-4D0A-8931-9587B214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{"cache_pinning":"version-bound"}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6DDF46D5-0530-48B7-BF60-3407B33C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2214F18-8756-4D70-91D5-BB54DDBD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 retention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20897A9B-884C-4276-BF6E-D745283B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1C9B661C-3A28-442E-B291-61903FC0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89A99EF-06AE-4D61-81B6-DCCA2CCA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227E540B-C415-4C21-B919-52CD0E13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B9BF8DCB-2FA1-4AD2-AB76-EAB13BC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5002AD8-F256-408F-8BA1-70C3E1D1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D7BD624A-A295-495C-984B-3DEFB7AC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141FA7C6-E0E2-4A7F-AEAB-ABDA5946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8CB19919-4AF5-460A-9B0D-F27DCF5D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059B6D43-13F6-4637-9B84-F962638A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4814F012-3E9B-4E49-9AB3-C737BA4E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A0422B82-0540-4070-8566-FD40C8D3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8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AAEBEEF4-7F2F-4138-874B-4FF41E9C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F30A0E1E-52EF-4D8E-B959-15304160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346516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A2782A8-D62E-4F06-8A32-1344FC53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harnesses — scheduling and workload hints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F4A91-EC8C-45E2-B74D-38FB6DE0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Agent harnesses generally expose provider or extension hooks, not native Dynamo-style scheduler hints.</a:t>
            </a:r>
          </a:p>
        </p:txBody>
      </p:sp>
      <p:cxnSp>
        <p:nvCxnSpPr>
          <p:cNvPr id="113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F7C9A-A02F-436D-AB01-1047A14B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7E4256-0197-4840-B55F-6736CCEC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6E910-D975-461D-8D1A-48F182B4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3DF79E-F496-4755-89F9-E133A26C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AECF6B-8BF9-4F5D-9EB0-68F54939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0861C-6E07-448A-BC45-2E51CD59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01E13B-40D9-4A1B-A8F2-8BED2C12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5DEFA1-BA92-446E-9B01-A226A2C4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A6D679-0B5E-402B-BCC1-DFF9988C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50D550-CD1B-442D-945B-6F0D1F15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0167C1-62C1-47B7-9E38-C1183733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0BD51-EA95-44AB-8448-1E136C22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237F65-88D9-4934-841F-A3F8DE3D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191A8F-0885-4A53-A4F6-AD8A52EC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extension/provider hook 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B604BC-CD12-4178-9A07-018817B4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95447F-1D0F-431F-BBFE-ABF0E7D5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155F84-FBF6-4685-B98A-1ADC3687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plugin/provider hook only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141F5B-D02F-4237-9243-8C25D158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046129-9019-4034-BAC2-51AA6439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81AF7-093C-4470-AAEC-A1B9ECDA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Workboard priority is task metadata, not inference queue priority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C26A4-172B-4932-BAE4-AE81AB7B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{"via":"orchestration_metadata"}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A3986A-0446-4873-8E9E-FC38B71B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0A2F34-F1E4-420B-8EB6-997CF2E1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Task/delegation priority is orchestration metadata 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F5E77E-3E6C-4039-8F29-0C5AA033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{"via":"orchestration_metadata"}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12DC36-F641-46DD-9DCC-DEA43A2B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FC35E7-8C67-42B6-B42D-0927C68F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7B3388-338D-4687-A582-C9873168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B99F5C-0026-41EB-9B9A-247A6033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2176E4-85D5-444F-AFFA-ED26BEA8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F25B77-6A9A-499C-9021-4CFCD3E0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E0F696-43C5-4284-BFF2-B2CBDC79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1C1270-0F56-4F33-AED7-953622EC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871A08-3D8F-4AD2-812B-1DF77899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D25FED-F9A5-4291-9D99-AB216A3C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0A9A29-BD02-4205-9C92-5932B218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0F6894-CD20-4272-BE56-01D24726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9C03C7-306D-42CF-97B6-C3D53EA3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C704E8-2419-4DF5-BEF7-24EDD691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BACA1B-8DE1-41AC-97BE-FC68219A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13D340-2478-4BE5-8783-15945B33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830EF3-A182-4739-A266-5681555B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BD334-95F8-46FE-9C5F-B3C2BEB1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CA81F6-DF8E-4D91-997E-4A0402DB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E85C94-A11C-4BB6-986E-4ED6B653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5B950B-301B-4369-9FAD-C7BC4680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7F1C62C-F800-4045-B7EA-CBA7BB7D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D7C278F-5517-45CE-BA48-CD72539D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100F3F-8BAF-4ACA-8480-EF86E5ED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Provider-specific; before_provider_request can add service_tier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378BBA-B754-48BE-896F-5FA3BE7F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{"qos_tier":["before_provider_request","service_tier"]}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0AE74F9-18F4-47B0-92DD-954DA9EC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8E28E3C-7434-481F-B4A3-1F9C4A09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Provider/plugin-dependent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1F5965-3950-4BD1-A1FD-7A1E3615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{"qos_tier":"provider_or_plugin"}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B3D82B-8012-4773-BEFE-1C9BB965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D8C2E4B-D4C8-4177-AE1A-77BFB6DA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maps to service_tier=priority on supported OpenAI requests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D865ADA-4959-4817-BA59-C9E7E22D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{"qos_tier":["service_tier","penAI"]}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FA0204F-142A-4C01-8A57-CB342D49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EF911D2-FD72-4384-B836-A2A7221F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request_overrides can set service_tier; /fast can layer service_tier/speed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7A5AD90-ABE3-4073-AEEF-9146E07E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{"qos_tier":["request_overrides","service_tier"]}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8F409E-6304-4B91-9E22-506D4AB9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6A8313A-9B8E-47E0-AFAC-09141085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83AB9F0-06CE-4B9F-A0C9-57AA8B2C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8DB0383-8616-4BE9-AC86-52CE0B9C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max_tokens only; no OSL hint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1B9EBE-8760-4578-8159-0DBEA013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{"output_length":"max_tokens"}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CFB967A-D7F3-40F9-BFF2-DF081304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98AAC82-EC3F-412B-82A3-64B0496C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9817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model/output limits only; no OSL hint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BF667F6-2091-42C7-A951-B84D95EC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63261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{"output_length":"provider_limits"}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E330808-CF4B-4ED7-A8A8-DA3ED17D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5E430F0-FB21-4260-BC81-F875E473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CE4459A-E9FD-41E1-B3C8-8B202E09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B902900-C837-42E9-9522-96088F55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ACFF5B1-D19E-40DE-AFBD-014336D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4C2CAB4-034C-44E3-ABEB-B80B8BE3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21607B0-8BB3-469E-8CAB-98D7113B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1F4C482-DFE2-435C-9191-91063A4E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8FC1059-9AA0-4F7F-8B65-BA501F4C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8F9A5A5-D673-4494-9AA3-B9E63B24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5A9D1ED-7C85-431D-B589-77FF32FE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685C342-55B0-4510-8016-858A67B7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270A243-EE27-4825-8EB7-7633FC4B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B827CF4-C939-4864-9EC2-BD2D9CED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2CA927B-7539-49F4-835F-4E62E017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C18AD84-4B29-41D1-B2C7-AF81934B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E99A923-8DB7-4943-BDA0-F0BA9CC8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2D0A1FB-22A8-4D12-9949-F07EF80A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2300549-724F-4166-A6E4-0B4926EF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81898E3-12EE-4CD7-853A-69B640BF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D7E16C3-11FC-4596-B751-4577B5CE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2DA10BC-480E-4AA8-B23C-4FAC6332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B9842A3-2B98-456A-9060-ADBCD1FE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88D20DB-089C-4A87-90C2-BE89C652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8FDAA1F-BBE0-4D08-9C99-B9CBD935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5E39231-581E-4312-9E06-B87DFBE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F9C68E8-B644-4B55-A35A-94860901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8935F21-E0B0-495A-B261-11A468D8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session/tree context only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F07A3E8-97D9-4460-936F-99FCC9C1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0E86540-AA14-42F4-B4C8-B5AF50F0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AE0158E-09B9-4A61-B518-A7D63E33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ID only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6C65A7B-6AA7-45C4-AC69-73270A59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062B62D-34EE-4DEF-AD8D-468A17C4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3610BBB-FE36-452B-88B4-D10B56AD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Session/model route context only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20A8B94-DB58-47F5-BCF8-E371024D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82AE969-60C0-4E2C-84E9-692B6934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3A4A6E3-B6A4-42C2-9B11-8ACF092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tiers and session context only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9D3F27B-0F0E-4EC4-A1B7-05D05C95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218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3588309-2E5C-4B15-AA33-98CB4E39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9FD7E36-B0F8-4B12-BE7B-DAD76A37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409396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B0AF1FD-4D1E-41BC-8A34-BC05546E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harnesses — KV cache and prompt-cache handling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C9C27-FFE2-41FA-A462-D2FD1B33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4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harnesses mostly preserve or configure provider prompt caching rather than controlling KV cache placement directly.</a:t>
            </a:r>
          </a:p>
        </p:txBody>
      </p:sp>
      <p:cxnSp>
        <p:nvCxnSpPr>
          <p:cNvPr id="121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1A9098-8566-4CEE-A4BA-1745CB4B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3603F-D2C3-4DEB-999C-C3BAEBCA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D80AD-FCAA-457C-AF68-A741A8F2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FCB47-07AF-4A04-94F6-59E94654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43AB3-5D04-4DD3-B944-355BC543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B9F01-FED3-4DDB-9279-BA266345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59717-BC3E-4914-972C-45FF9091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ED49CA-1BCB-4CAC-8CEA-3AB5B7DD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D51EB6-DFD5-4019-944B-94F94513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90585A-9A72-495A-8248-19E54BA3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9C8E03-73A0-4667-931A-B6A5C80C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5E3E06-E11D-4B75-82B3-0F77650B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8EB516-FC76-4074-A379-9E1B0914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F307BF-C9F5-4235-B94C-C18E7751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provider prompt caching; no client cache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17AA7-99CC-4931-8084-799C0C83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{"cache_key":"provider_prompt_cache"}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0D9BB1-09CF-467B-A1CF-86AC815F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7A283B-5868-43F8-849F-95662AAA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optional Helicone response-cache headers via plugin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EF58D0-DDB6-47F1-B8FC-EE6636F4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89426D-1F00-49C5-80D4-B964F072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0F03F6-FCAE-4CA3-9C49-2A3AB68C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cached WebSocket can reuse prior response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BD711F-60F0-499A-8977-42D87369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B19C4E-5AC4-4D1E-ADA1-9E8146F8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4B6296-9835-439C-A10F-9D630AFC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tiers/cache boundaries; model participates in cache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1DABEF-DBD1-4390-BCB1-0B5B027F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{"cache_key":["prompt_tiers","model"]}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4A2EBC-72BF-4480-A3FD-9D633250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5DEC85-3FCF-482E-A79F-40F186FC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9692A1-DD73-4489-83B6-E08D71B3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3D8647-9908-46FC-AE7D-1E8EFDA5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Provider/account isolation only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37CC5E-6FA6-477E-8922-B4122251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{"cache_namespace":"provider_account"}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6F6AD1-E5E1-424C-B1C0-3351D946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36BC7E-2571-42C2-A111-DB026F29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Provider/plugin-dependent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E43F87-56D7-440B-A715-E74F8669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{"cache_namespace":"provider_or_plugin"}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A3F796-28F7-46D3-81D4-BF8B64C6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762D1D-D65C-4139-BD3E-06FDAE56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 isolation only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512E91-C18B-4BEE-AEDF-3514ED1E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{"cache_namespace":"provider_session"}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D6A326-564E-4858-B7BB-9BC0F2EE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5E3E19-A8BC-4ACA-B917-7F174E3C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Provider/session/model isolation only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54B0CA-1FA5-4A83-861C-4C1D7723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{"cache_namespace":"provider_session_model"}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3CCF78-2BC6-4881-8726-D4A5253C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8C9531-932F-4CB4-BD20-43CD095F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D1F41-2B59-404A-BF4E-F61FB032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00484E-01D5-40F7-B415-169273D8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52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prompt_cache_retention or cache_control.ttl in custom model/provider settings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9D88164-9C3D-4B1E-89D6-A9DC327C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497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{"cache_ttl":["prompt_cache_retention","cache_control.ttl"]}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D9802B-C8FE-409F-BB64-3A56F869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D3181B-4476-4557-A389-B27D2FBE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1085BB-5840-4330-A014-B4B67C45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5E72A7-5106-42E4-BFA1-DE5423D3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52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TTL; no generic TTL hint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F8DA4A6-3FA7-4AD8-A7D9-A1A2C63B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497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D0DF32-D735-4EB4-ADCE-731D73C7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56ADA30-7AC3-47A3-B325-2B915A7D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4152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Default 5m; 1h for long-running sessions where supported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C000765-59AF-4F69-9DA2-36B31597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4497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{"cache_ttl":"long-running"}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E9930F8-2891-4F85-AF0D-CF73F66E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6BAFA73-2255-4DFC-B4CE-7F1A9203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AE1783-D454-49ED-B4CE-FB944888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963A06-BCB9-4AA9-BD6A-06191F43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cache_control format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DD4FF67-C26F-4B47-A36E-683D3946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{"cache_type":["Provider-specific","cache_control"]}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E31B9EE-0839-4128-B46E-69ED922A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997506-8D14-49CD-976E-61B414AD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0768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A111F1-F5A5-4C8E-9E0D-F752DE75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A6A22F-01C2-4692-94BA-3728C351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EFBF23D-BD80-4F4E-95B1-0C0FF06D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9248FF5-981B-43E3-BCC1-E562955A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7C1BBBC-A359-4D7C-9305-51AC24B9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 prompt-caching markers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41FF6F6-E370-4456-9284-2C526ED7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{"cache_type":"prompt-caching"}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BF193A9-A72F-4D59-9690-3FFC4E22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3C5BC45-6FB4-4962-B83D-F9789D24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063CD34-E683-4408-B802-11A9E30E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7E53956-87F5-4D73-BC8D-1598969F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514EEB9-44C4-44F4-A755-E7B91C2A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FCF38A4-9B08-4808-A41A-C3C725A0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60EEAE3-6C79-4A5B-B7C7-11E8967E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8A5E8D4-E314-4C6E-811E-45D21F37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8761644-9753-4BB4-AAE9-4EADA323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CFBAA8D-0E5F-457F-BD59-4DF125B8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F151FDD-C5DF-4375-8DCC-BF6260C7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91F29D9-BD73-4C8E-93EF-ED7FFB3A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D7B3F26-172E-45CB-89A8-D8EC3F84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880113F-D3AC-48DB-9618-273324DF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45286CB-4B44-46C7-908E-804BA866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DA973F1-507B-4595-A1D0-85CFCDB4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9E9DD80-A962-4D07-AE6F-1D0F16C1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F32B749-2346-402C-AD00-91DF7A46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896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WebSocket/prewarm; not KV prefill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525721D-A337-4DAD-ABDF-34084FDF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240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46C03F9-4F18-4FC9-AA5C-60A04970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9622A47-24B4-486F-BED0-6FAAC7A5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38DDCF5-8A5C-46BB-A747-37717ED3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CA237EA-685C-4E33-8FA9-66C1D230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ACDEAF2-A115-40DE-9700-727DA7D0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16BEE29-FD91-4847-A547-1072689A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Footer shows token/cache usage and cost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051755E-32E7-434F-8B96-27735B43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{"cache_hit_feedback":"Footer shows token/cache usage and cost"}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CB9E03B-D969-45A1-8951-440A56E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F10C605-C5C8-4CB1-B5EC-DD398F30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Stats/provider usage; cache feedback depends on provider/plugin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9FDC7E9-2533-4ECA-B3C9-7966133B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3C35DC1-018D-4C21-ACB2-00F701BF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6B36CFD-2DBA-4259-BED6-D08D901A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usage/tracing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A242519-CEE3-42B1-8678-AF627399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0365422-D1C0-47E6-90C2-FA1B203A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7D37730-7B62-4948-94A7-2CA61751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cache metrics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40090CF-1698-4205-8438-3CAADCCA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7AE19A8-1FA0-48EE-B51B-B594E011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F07562D-3F4B-4A13-835E-0A5820D0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5FE85F5-034E-48A5-A994-93BDD37E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A2667CA-070C-4CAC-ABE5-21C8FFF3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Long retention where provider supports it; not pinning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027EC23-2D4D-4E2B-9184-1174200A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{"cache_pinning":"Long retention where provider supports it; not pinning"}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AE614D5-E01B-4351-A86F-6EC65B00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39B9E0C-8DA5-45EE-BDEC-58C14440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8734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3145598-619D-42D5-B366-F6BCAD8A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CF511BC-6F91-4A4A-A657-5B1BE19E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only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B886853-E684-4DB3-B0D4-89B2BA14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DBFFCB3-AEBA-4951-A956-B04F178F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85F44E9-452C-4BC5-8158-EFD17972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1h retention where supported; not pinning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3A04305-86A2-4BC8-B468-3E4985A9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{"cache_pinning":"1h retention where supported; not pinning"}</a:t>
            </a:r>
          </a:p>
        </p:txBody>
      </p:sp>
      <p:cxnSp>
        <p:nvCxnSpPr>
          <p:cNvPr id="23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749957E-818C-4225-AFE9-C8C1498C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4D2CFFB-E20D-45A0-A897-E2E1341F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442885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A31B29-D1EE-4784-AF4A-79A80433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Recommended canonical serving-control schema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EA25E-BA1B-4675-9800-E78416ED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438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this as the normalized object, then map each harness cell to the nearest available field, pass-through path, or unsupported marker.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533CF-CB97-49F5-BE05-62DA56B4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933450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C81CC-AFFB-48B7-AA25-0575A1C9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883920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"scheduling":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"strict_priority":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"latency_sensitivity":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"qos_tier":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"expected_output_length":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"expected_interarrival_time":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"predicted_remaining_calls":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"cache":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"key":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"namespace":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"ttl":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"entry_type":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"eviction_priority":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"speculative_prefill": true,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"hit_feedback":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7B8D21-F8FF-478B-A1F0-8CB1D3A0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00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Mapping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B65E7-4060-4CCA-A417-9D741DB2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71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75CBD-7E16-4194-8A17-C91D7A83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575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Map to the exact field/path.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D2D4D-4D3B-4450-B586-3A06A61E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AFDDC-4F17-4C63-911E-398C3765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Keep the emitted field but note backend consumption separately.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93448C-391B-411A-9F87-5E2A9CB7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101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DC688-0BDC-441E-B2E1-A5B6B4F8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{"via":"pass_through"}; do not mark as native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DDC87B-90B5-4C9C-803C-0EFE9FEF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5E3DE-C2CD-4BA7-994F-27E6BB7C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15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{"via":"middleware"}; implementation belongs outside the harness.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C8291C-827D-42C8-8EF2-FEB16264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484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874864-2CAB-4E78-AA21-C8C8FA4E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{"via":"provider"}; attach provider constraints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86CB91-73F0-4243-B38B-5CE40F9F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6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5DA4C-310B-4572-914A-3DE64401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3533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'-' in slides; use support:'none' in machine-readable registries.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2E3828-4B02-495B-982F-2164F261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Recommendation artifact generated from the focused serving-plane signal 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A80D8-58B1-4D0F-8150-D64A1756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172944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2026-08-31T19:23:58.2650000Z</dcterms:created>
  <dcterms:modified xsi:type="dcterms:W3CDTF">2026-08-31T19:23:58.2650000Z</dcterms:modified>
</coreProperties>
</file>