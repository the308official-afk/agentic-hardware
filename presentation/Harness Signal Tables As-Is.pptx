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1eb6af8a5df4658" /><Relationship Type="http://schemas.openxmlformats.org/officeDocument/2006/relationships/extended-properties" Target="/docProps/app.xml" Id="R8c042ba5efa24af5" /><Relationship Type="http://schemas.openxmlformats.org/officeDocument/2006/relationships/officeDocument" Target="/ppt/presentation.xml" Id="R4e5d18379f044fd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1c38452f0848cf"/>
  </p:sldMasterIdLst>
  <p:notesMasterIdLst>
    <p:notesMasterId xmlns:r="http://schemas.openxmlformats.org/officeDocument/2006/relationships" r:id="R8777fac0c52b4e3e"/>
  </p:notesMasterIdLst>
  <p:sldIdLst>
    <p:sldId xmlns:r="http://schemas.openxmlformats.org/officeDocument/2006/relationships" id="256" r:id="R8b5a9312e2664abd"/>
    <p:sldId xmlns:r="http://schemas.openxmlformats.org/officeDocument/2006/relationships" id="257" r:id="R687f5f3d875d4cc7"/>
    <p:sldId xmlns:r="http://schemas.openxmlformats.org/officeDocument/2006/relationships" id="258" r:id="R5175af9da9514244"/>
    <p:sldId xmlns:r="http://schemas.openxmlformats.org/officeDocument/2006/relationships" id="259" r:id="R9e97f26dc9af461c"/>
    <p:sldId xmlns:r="http://schemas.openxmlformats.org/officeDocument/2006/relationships" id="260" r:id="R364be59b2b2346ae"/>
    <p:sldId xmlns:r="http://schemas.openxmlformats.org/officeDocument/2006/relationships" id="261" r:id="Rec6cddde2c514e2e"/>
    <p:sldId xmlns:r="http://schemas.openxmlformats.org/officeDocument/2006/relationships" id="262" r:id="R8eb0a0a00a544544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7abb48549a0470c" /><Relationship Type="http://schemas.openxmlformats.org/officeDocument/2006/relationships/slideMaster" Target="/ppt/slideMasters/slideMaster1.xml" Id="R8d1c38452f0848cf" /><Relationship Type="http://schemas.openxmlformats.org/officeDocument/2006/relationships/notesMaster" Target="/ppt/notesMasters/notesMaster1.xml" Id="R8777fac0c52b4e3e" /><Relationship Type="http://schemas.openxmlformats.org/officeDocument/2006/relationships/presProps" Target="/ppt/presProps.xml" Id="Rfee85b6a9b1f4482" /><Relationship Type="http://schemas.openxmlformats.org/officeDocument/2006/relationships/tableStyles" Target="/ppt/tableStyles.xml" Id="R3399122d9e974bf3" /><Relationship Type="http://schemas.openxmlformats.org/officeDocument/2006/relationships/slide" Target="/ppt/slides/slide1.xml" Id="R8b5a9312e2664abd" /><Relationship Type="http://schemas.openxmlformats.org/officeDocument/2006/relationships/slide" Target="/ppt/slides/slide2.xml" Id="R687f5f3d875d4cc7" /><Relationship Type="http://schemas.openxmlformats.org/officeDocument/2006/relationships/slide" Target="/ppt/slides/slide3.xml" Id="R5175af9da9514244" /><Relationship Type="http://schemas.openxmlformats.org/officeDocument/2006/relationships/slide" Target="/ppt/slides/slide4.xml" Id="R9e97f26dc9af461c" /><Relationship Type="http://schemas.openxmlformats.org/officeDocument/2006/relationships/slide" Target="/ppt/slides/slide5.xml" Id="R364be59b2b2346ae" /><Relationship Type="http://schemas.openxmlformats.org/officeDocument/2006/relationships/slide" Target="/ppt/slides/slide6.xml" Id="Rec6cddde2c514e2e" /><Relationship Type="http://schemas.openxmlformats.org/officeDocument/2006/relationships/slide" Target="/ppt/slides/slide7.xml" Id="R8eb0a0a00a54454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598d7af3e7a40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ac7526f39b4939" /><Relationship Type="http://schemas.openxmlformats.org/officeDocument/2006/relationships/notesMaster" Target="/ppt/notesMasters/notesMaster1.xml" Id="R41ef362ec4d44be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e25a4f4c4d1485f" /><Relationship Type="http://schemas.openxmlformats.org/officeDocument/2006/relationships/notesMaster" Target="/ppt/notesMasters/notesMaster1.xml" Id="R8ad1637ee9364b2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fafa2d0f6504f71" /><Relationship Type="http://schemas.openxmlformats.org/officeDocument/2006/relationships/notesMaster" Target="/ppt/notesMasters/notesMaster1.xml" Id="Rd0538a3352ce4a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622e25bc10d4972" /><Relationship Type="http://schemas.openxmlformats.org/officeDocument/2006/relationships/notesMaster" Target="/ppt/notesMasters/notesMaster1.xml" Id="Ra1eb6b9c91064b2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f05c2b6177b4c3b" /><Relationship Type="http://schemas.openxmlformats.org/officeDocument/2006/relationships/notesMaster" Target="/ppt/notesMasters/notesMaster1.xml" Id="R4757a209b9e74f3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6f064bbcd714c73" /><Relationship Type="http://schemas.openxmlformats.org/officeDocument/2006/relationships/notesMaster" Target="/ppt/notesMasters/notesMaster1.xml" Id="Ra11a75f12b074f3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c77e5f1882c4337" /><Relationship Type="http://schemas.openxmlformats.org/officeDocument/2006/relationships/notesMaster" Target="/ppt/notesMasters/notesMaster1.xml" Id="R80f1bffa69bd453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legend text in chat.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to narrow to KV cache handling, scheduling handling, and worker selection handling.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/Users/oluwolejaiyeoba/Desktop/Screenshot 2026-08-25 at 12.15.33 PM.png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/Users/oluwolejaiyeoba/Desktop/Screenshot 2026-08-25 at 12.16.08 PM.png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/Users/oluwolejaiyeoba/Desktop/Screenshot 2026-08-25 at 12.16.53 PM.png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/Users/oluwolejaiyeoba/Desktop/Screenshot 2026-08-25 at 12.15.33 PM.png; /Users/oluwolejaiyeoba/Desktop/Screenshot 2026-08-25 at 12.16.32 PM.png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and previously generated signal tables.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31045730eb4ca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4e6bc6bfb5b4e78" /><Relationship Type="http://schemas.openxmlformats.org/officeDocument/2006/relationships/slideLayout" Target="/ppt/slideLayouts/slideLayout1.xml" Id="R1f79a10d2fc24ec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f79a10d2fc24ec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3fc8b7836f459c" /><Relationship Type="http://schemas.openxmlformats.org/officeDocument/2006/relationships/notesSlide" Target="/ppt/notesSlides/notesSlide1.xml" Id="R153e92838dc642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061571cee643cf" /><Relationship Type="http://schemas.openxmlformats.org/officeDocument/2006/relationships/notesSlide" Target="/ppt/notesSlides/notesSlide2.xml" Id="R5dc18eaf8bcb484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d4e6d1f8f645bd" /><Relationship Type="http://schemas.openxmlformats.org/officeDocument/2006/relationships/notesSlide" Target="/ppt/notesSlides/notesSlide3.xml" Id="R49cac0780723458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37adae6be14777" /><Relationship Type="http://schemas.openxmlformats.org/officeDocument/2006/relationships/notesSlide" Target="/ppt/notesSlides/notesSlide4.xml" Id="Re5829074b8fc488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d0efdc2f9840c9" /><Relationship Type="http://schemas.openxmlformats.org/officeDocument/2006/relationships/notesSlide" Target="/ppt/notesSlides/notesSlide5.xml" Id="Rffff360c268342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4e447e7dad49c6" /><Relationship Type="http://schemas.openxmlformats.org/officeDocument/2006/relationships/notesSlide" Target="/ppt/notesSlides/notesSlide6.xml" Id="R8f205cb8aed74e4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9e85a7ca774359" /><Relationship Type="http://schemas.openxmlformats.org/officeDocument/2006/relationships/notesSlide" Target="/ppt/notesSlides/notesSlide7.xml" Id="R9bc70f2f27584be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53ACA44-49EE-451D-A39D-4B204974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Legend — How to interpret support labels</a:t>
            </a:r>
          </a:p>
        </p:txBody>
      </p:sp>
      <p:cxnSp>
        <p:nvCxnSpPr>
          <p:cNvPr id="59" name=""/>
          <p:cNvCxnSpPr/>
          <p:nvPr/>
        </p:nvCxnSpPr>
        <p:spPr>
          <a:xfrm xmlns:a="http://schemas.openxmlformats.org/drawingml/2006/main">
            <a:off x="533400" y="11620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D149BC-317C-4EBC-9FE1-BF0CAEA70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859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5D18C6-FE79-431B-9CFF-9555BD188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811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Native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C25E80-02E9-4AC0-A6F1-2C729834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5811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Built-in, documented support in the named platform or component.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C10976-144E-42CC-81C2-5A8A9C43F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7533BC-250C-4E95-A82B-2F0D04EE8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A9F353-84BE-4560-A5AC-16D1F54D3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336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779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 harness automatically sends the signal; a compatible backend must still consume 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17739C-786B-47E9-9AA4-5A47E0721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908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8906E6-E11A-4B15-90C6-DBF11A14D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/ Custom only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D994F9-7AE4-4BE0-B0BF-6394CB63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6860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Developer-written code, an adapter, or middleware is required.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68D8CA-6947-494A-B276-D063DFEA6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432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C06D58-4E94-4E08-BFD5-9DCFA923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6DEA6A-972A-4693-8C99-6E9E76383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385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79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Forwards a user-supplied field unchanged; it does not create, validate, or act on it.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6A83D4-EAA5-40B0-A74B-D97FB5661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957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3F8BE1-59F7-49CC-995F-E76ADB74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through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574C91-07D7-4B66-9201-3B8B3B6B4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7909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Generic forwarding appears possible, but no standard mapping is verified.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59C6F0-7BBA-4228-B913-DF409755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481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FF0C29-1208-4CA0-B8F1-94765F3BD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434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BAD8C2-3658-4D57-868C-BE0B806C6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3434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47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Support comes from the selected model provider, not consistently from the harness.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AB9ADD-DAA7-4C81-880F-649FA3324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4859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3506FB-D381-4BAB-9D1D-559C3C519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5811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Internal only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29CB01-EEEB-4CA8-A488-C053B1D1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15811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Known or used internally, but not exposed as a stable outbound signal.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CAD6E1-7E14-4ED6-A68C-2581320BC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0383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11BEAF-ED2A-4B9C-843B-F688864CF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1336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/ provider-managed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E32D54-EF75-401B-9B36-1D364ED1A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21336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Capability exists, but the provider controls it automatically.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316B47-4B8E-44CE-823D-6D59C41A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5908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45993C-C045-48A1-993B-553C3A03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6860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 / version-bound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B3112E-6F17-4C56-9F43-A59E7E2D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26860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Integration-specific and not a stable portable contract.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A3D397-A93E-45E2-A6AD-D0C4CDC73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1432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6B3D63-FE58-477B-945A-02CB132B7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385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Legacy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79B6DD-074A-4A6F-AF53-BB857BF0F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32385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Previously supported but deprecated or removed from the current interface.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2A3A7B8-5298-4007-8A5B-668F13B7F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6957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624B29-9679-4546-89D4-A97AA94E1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7909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None / '-' / N/A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D6B290-FC07-493F-AAD2-64F4C6F9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37909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No documented equivalent or applicable support was found.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DD67635-F10B-4FCA-BA1F-0B84BFA35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2481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9D87F51-68B5-424A-AB96-F488D15BC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3434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Profiler / metrics / tracing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05A08E0-17DD-49C3-B907-997C239D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43434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22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Observability only; reports what happened rather than controlling inference behavior.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69306F5-CB77-43A6-9D98-22B0AA905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91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 comparison rule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A8C9191-A47E-4B45-927D-B6EE32932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168B164-CED9-4C5A-B9FD-D5AC9814C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Supported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19999CA-B0A2-4DC6-AC35-258104E58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09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Native; Emits when compatible downstream consumption is verified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00F4AE2-9C41-4A7E-9D85-2D985B93E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5EBF741-BBD5-486A-B86C-107B90DA7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Conditional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2778E99-825E-40B4-B135-63F33D43A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Provider-dependent, automatic, experimental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7EF2680-ACA8-4A78-8778-3E1B37C0E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5A06ADA-8885-4314-B931-9B61442F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Not natively supported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9BBD40D-7D86-49C0-A425-715797719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Custom, pass-through, internal, middleware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2D508BB-2F1A-4A5D-A049-DC717041F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86FB7D0-DC62-41C2-9C48-4C883CD1C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Unsupported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701CBC8-BBEC-422B-B326-50265CAD6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None, '-', N/A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C71ECBB-8E8E-481D-A90B-3C4FA0978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067550"/>
            <a:ext cx="1428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Most important distinction: Native is built in; Custom must be built; Pass-through only carries the field; '-' means no native equivalent.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C81AF49-EBA8-496E-BEE0-03F23879F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620000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Cell format: human-readable description on top, compact JSON wire shape below.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DAFA1BE-3295-4035-A68B-0BB9759CD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98195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Example: Pass-through only  {"via":"pass_through"}</a:t>
            </a:r>
          </a:p>
        </p:txBody>
      </p:sp>
      <p:cxnSp>
        <p:nvCxnSpPr>
          <p:cNvPr id="11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DCEEE84-99E5-4146-9374-7BF29A0A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Source: user-provided legend text in chat.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D9BD951-CA76-4902-A8AB-0BE0144EE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950466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3BC04A-B26C-4A57-A392-6EC48971A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Focused scope — serving-plane control signals</a:t>
            </a:r>
          </a:p>
        </p:txBody>
      </p:sp>
      <p:cxnSp>
        <p:nvCxnSpPr>
          <p:cNvPr id="25" name=""/>
          <p:cNvCxnSpPr/>
          <p:nvPr/>
        </p:nvCxnSpPr>
        <p:spPr>
          <a:xfrm xmlns:a="http://schemas.openxmlformats.org/drawingml/2006/main">
            <a:off x="533400" y="11620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609EA6-3EE6-44BB-8FD8-40B1D22ED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1381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This deck keeps only signals that can plausibly affect when a request runs, where it is placed, or how KV/cache state is reused.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2EF17B-2267-4821-82E1-09E241F2D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36385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8586CB-8801-46CC-9046-62E0E23BC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860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Scheduling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A32E7D-B35E-4D17-A0BD-0697B98A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3124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Queue order, QoS tier, latency sensitivity, output-length and arrival predictions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3C446B-0E22-4C4A-95A4-774B3F42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95750"/>
            <a:ext cx="31242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priority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strict_priority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latency_sensitivity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osl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iat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39F1C7-DB92-4AA8-B12C-1889FB0EF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76500"/>
            <a:ext cx="36385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029083-AA94-4DC1-A528-6448ED0E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6860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KV / Cache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F8B56A-2F4F-4C3F-8946-6E3CC468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43250"/>
            <a:ext cx="3124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Cache keying, namespace, TTL, entry type, eviction priority, prefill, hit feedback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4BA42E-C0D1-4DBC-B6B5-D6EF1778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095750"/>
            <a:ext cx="31242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prompt_cache_key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cache_control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cache_salt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speculative_prefill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58C696-C256-4A19-A0F5-964A37E8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476500"/>
            <a:ext cx="36385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4D56F3-C81B-441D-9E48-E3CD3699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860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Routing / Worker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E94259-EE8D-4D38-8BA1-3A3BEFDBF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143250"/>
            <a:ext cx="3124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Backend selection, prefill/decode worker placement, data-parallel rank, sticky routing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D37AE2-26FE-4D88-81ED-548978B4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095750"/>
            <a:ext cx="31242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backend_instance_id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prefill_worker_id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decode_worker_id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dp_rank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A543F8-CCA9-4498-9737-E2923B660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2476500"/>
            <a:ext cx="36385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EE3A2D-2194-43E9-8228-115C4145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26860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Affinity Identity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5E78B5-22E8-46EC-88C6-AC4DEC779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3143250"/>
            <a:ext cx="3124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Session, parent session, workflow prefix, and trace context used to correlate or preserve placement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00424C-4607-479E-BF9F-D97C6273A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4095750"/>
            <a:ext cx="31242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session_id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parent_session_id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prefix_id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traceparent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D4BE0C-1F1E-4170-8289-DA643C0BD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438900"/>
            <a:ext cx="1466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Dropped from this focused deck: general reasoning controls, sampling, output verbosity, lifecycle metadata, and broad observability fields that do not directly control serving behavior.</a:t>
            </a:r>
          </a:p>
        </p:txBody>
      </p:sp>
      <p:cxnSp>
        <p:nvCxnSpPr>
          <p:cNvPr id="44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037750-4595-4789-856E-E5EE9C196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Scope rule: keep signals that affect scheduling, KV/cache handling, worker placement, routing, or affinity.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46AFFC-54FD-442C-AD8F-19719E70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244605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7745D810-6D5C-496F-963C-E5D3FD28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Scheduling and workload-prediction hints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F8D713-B311-4429-B646-9A5F8B05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Signals that can influence queue order, service tier, latency treatment, or predicted serving load.</a:t>
            </a:r>
          </a:p>
        </p:txBody>
      </p:sp>
      <p:cxnSp>
        <p:nvCxnSpPr>
          <p:cNvPr id="162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5BE839-8F57-4EB6-9436-CD9695D2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333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87A009-2910-4E51-9541-8B5872770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16703B-A8CC-4E47-9D84-18C91A755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AD4A88-134A-4321-85E0-8C9268568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Dynamo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9AA017-62E0-4D33-8836-2F5E9DB3A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444406-08C6-4DEE-B4A1-F6001F263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NeMo Agent Toolkit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64F171-7644-4576-91AA-488B343E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ED9577-036B-420F-9643-78AF5BD3D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Claude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5074A-5C8F-4182-AE31-7736B4BF4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BDAD89-EEA6-4677-8F7E-1250AC99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981CB2-6BD1-402E-998F-A395EE85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3CCFCA-11C2-4374-8EDA-D36D85C61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DeepSeek Harness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835581-C0B3-4F4C-8F41-C958876A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E940C0-7186-4BFB-8E7B-4E66601D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 Agents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17A7C6-7A17-4CB0-9E1A-CE0A91E6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E429E5-3100-4D7A-82DB-1DEF6160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Qwen 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E0D2A0-343B-4A69-8945-11DB0312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2333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3248B9-0CCB-4847-8695-49E663F5E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21431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Soft priority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A9EB12-FDFD-47D4-964F-4C0360AA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2479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F74873-6914-4721-A413-5F263DB3A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324100"/>
            <a:ext cx="1933575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nvext.agent_hints.priority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C62AD9-0CB1-4288-BC01-C0B6BA747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29865"/>
            <a:ext cx="1933575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{"nvext.agent_hints":["priority"]}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724B0F-03C3-467C-B957-A939F6D48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479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D9B74B-FE7A-49BA-8165-5275BBDA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24100"/>
            <a:ext cx="1933575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 priority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4F4768-06AE-41D5-B8FC-48DB912FD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729865"/>
            <a:ext cx="1933575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{"priority":"priority"}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B63376-5546-4F33-A484-F50C5063E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2479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67B1C6-3457-49AF-89A6-852E70D0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333625"/>
            <a:ext cx="19335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00F712-3CCD-442D-BDD5-50DB7A2CC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479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CC0D89-ECA2-4482-A764-290D6C017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33625"/>
            <a:ext cx="19335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FA3A6F2-0367-45CB-9D68-ED1F04B3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22479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BF1F68-802A-4453-B46E-F672ECD4E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2333625"/>
            <a:ext cx="19335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CCDB0AB-41E0-4229-ABC6-15D185E91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22479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2A4A40-15AF-40DC-9DC1-A6BB276EC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2324100"/>
            <a:ext cx="1933575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middleware only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16F3C9A-620E-4BB8-AAB1-B4F44359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2729865"/>
            <a:ext cx="1933575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326A9C8-8949-43E7-A448-D3B4B9781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22479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7F18C1D-8B0D-4E94-A043-275EC3660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324100"/>
            <a:ext cx="1933575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extra_body pass-through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3AC11AD-769D-4DAB-A30F-6C735B48E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729865"/>
            <a:ext cx="1933575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{"via":"pass_through","priority":"extra_body"}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5E09445-6F06-468A-A619-C86A9C0D6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2333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3B3082A-9DF9-46F5-8DBD-651E6FA5A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81375"/>
            <a:ext cx="21431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 priority tier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8DDAA32-4123-4FE8-9983-62E0EB7D2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29565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7470718-E1DE-4CEF-85AE-652A72CA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371850"/>
            <a:ext cx="1933575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strict_priority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796B9F7-47F9-4A50-A6BE-E3183A744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777615"/>
            <a:ext cx="1933575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{"strict_priority":"strict_priority"}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4276B62-004E-4268-B1E4-9555A5188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29565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D8DB092-5147-49F2-A850-D6BF3147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381375"/>
            <a:ext cx="19335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1DAAEF6-D493-42DE-8B0E-552CD74B1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29565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A309986-DAF6-4FEA-B92E-9AB4495FD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381375"/>
            <a:ext cx="19335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41C94AB-0F74-437A-8FC0-8D9C14D46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29565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C7A2DD2-F1A4-4AA6-BABB-A4547DE2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81375"/>
            <a:ext cx="19335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2ABEC50-9767-4F30-8946-43BA7338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329565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2A519B7-113D-44AE-8DDD-79AE383AB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3381375"/>
            <a:ext cx="19335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1795CF2-DA65-4916-A7FB-16206BC79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329565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A32BFC5-F65F-4178-ADDE-BA1B61A20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3371850"/>
            <a:ext cx="1933575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only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AD9FC7D-550D-411E-96CA-7A74D9005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3777615"/>
            <a:ext cx="1933575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72E15E8-0EDE-4FB0-8F16-6FAFC5DC2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329565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0647D0A-7983-4CBF-BB77-3BB51D3D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3371850"/>
            <a:ext cx="1933575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49980E6-E85C-411F-9C16-31816D8E4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3777615"/>
            <a:ext cx="1933575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A0BB044-6FBD-4F45-9566-E4AB5BA2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43400"/>
            <a:ext cx="2333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DA8C8CA-4990-4A69-9BF1-08AFCFA14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29125"/>
            <a:ext cx="21431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Latency sensitivity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4C95227-E63A-4CC3-A7DD-E510FE5D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3434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76624F2-589B-44EA-86CF-45980613C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419600"/>
            <a:ext cx="1933575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Legacy field; removed from current schema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DA20D84-6BDA-4F5E-9E89-07AC2CEE4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825365"/>
            <a:ext cx="1933575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{"legacy":"latency_sensitivity"}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68E0F87-9BF6-4F4D-8F48-22DD958C5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3434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21FC2A3-EC93-44BE-B5E5-256123E7E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419600"/>
            <a:ext cx="1933575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 latency_sensitivity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639676D-B718-490E-845F-BEB58E205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825365"/>
            <a:ext cx="1933575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{"latency_sensitivity":"latency_sensitivity"}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DBE1B5D-D448-4280-9CE0-EEE52951A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3434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0929F34-8C2C-405B-8300-9FB2BB82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429125"/>
            <a:ext cx="19335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BC92575-06A9-4497-BB07-45CFA436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3434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51B3E58-9D14-4DDB-90B3-DC34B7A5D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429125"/>
            <a:ext cx="19335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A6AACA3-85E0-464B-8A22-84E71E605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3434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28F6055-5E75-4C77-AA52-715362BE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4429125"/>
            <a:ext cx="19335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6CA0C5E-DEF7-4B55-89B9-FA64E336F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3434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3AC02CB-031E-4E17-99DA-FF726F13D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419600"/>
            <a:ext cx="1933575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only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E9BF486-31CA-4ED8-B2A0-515F41A4A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825365"/>
            <a:ext cx="1933575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A7E05B8-DCF7-428B-AA80-B6FDA345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43434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29FD210-028B-4F68-9CB3-37BEADC19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419600"/>
            <a:ext cx="1933575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F8B219A-B055-4251-81FD-6E61B1685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825365"/>
            <a:ext cx="1933575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F776B4D-2BC6-4D8D-AD97-4A61ED23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2333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39CB432-0D59-49F9-ABAF-6F3B0633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76875"/>
            <a:ext cx="21431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speed/QoS tier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5E2DE35-BAAA-43D1-89F3-F9D9492AB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539115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4439254-6073-404D-8574-71E06B32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476875"/>
            <a:ext cx="19335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2A1A870-342F-4946-9A7E-6FF31281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39115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ACDD68E-D0E6-4E03-88E9-B7F12BD94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467350"/>
            <a:ext cx="1933575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E2411552-053D-4567-904B-7C020E87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873115"/>
            <a:ext cx="1933575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A29453C1-67E5-4ACD-B752-B90BA51DD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539115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8605762-37F6-495F-9956-9964F8CB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467350"/>
            <a:ext cx="1933575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Fast mode / speed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9334F13-4FAF-4496-B877-C5A02CADC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873115"/>
            <a:ext cx="1933575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{"qos_tier":["fast","speed"]}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4FF8179-3BB6-4512-9BD2-3701F4D5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9115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2FDD844-46BD-4B5B-BB63-0A1736AEE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467350"/>
            <a:ext cx="1933575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service_tier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28D75C9-DF2E-4143-A0E1-2BB10F656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873115"/>
            <a:ext cx="1933575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{"qos_tier":"service_tier"}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9E22F20-797A-46F4-A72A-2A256FE86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539115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4D3106F-6467-4D25-938D-6FE41307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476875"/>
            <a:ext cx="19335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E1FD782-1A27-42B5-B91A-F6DD4DEB4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539115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5E68B911-40A3-4CB8-A874-D202A7E7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467350"/>
            <a:ext cx="1933575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0E0528B-0D6A-48FC-A105-0743FD97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873115"/>
            <a:ext cx="1933575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92DBDD43-A734-4904-8EAE-2FEAA5EC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539115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E7AC5EA-4627-4539-A6B9-7D17A6E82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467350"/>
            <a:ext cx="1933575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Provider-specific extra_body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28A71DEA-A409-4158-8147-F833D8419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873115"/>
            <a:ext cx="1933575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{"via":"extra_body","qos_tier":"extra_body"}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06932F4-EF6D-4812-B51E-0851DCA58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2333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B58E3A79-0FAE-495D-82F1-BC8851A2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24625"/>
            <a:ext cx="21431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output length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57673BE-0BF2-4DC8-AC80-E7A521F4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64389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34716ADE-2F0C-44C8-9F0F-0AA8A96C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515100"/>
            <a:ext cx="1933575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osl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6121106A-FA33-48C0-B89D-09D6422DD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920865"/>
            <a:ext cx="1933575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{"output_length":"osl"}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E1CCF7FB-FAD2-4E1D-AE79-14B976826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4389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58A1BB0B-D27E-4323-859F-5382BA8DA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515100"/>
            <a:ext cx="1933575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 osl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9880A805-A0E9-4077-974C-AB3562F3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920865"/>
            <a:ext cx="1933575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{"output_length":"osl"}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8D47DB9A-BB48-48E1-961D-9B5D47EFB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64389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686C0E8C-7797-4153-A8A4-E8787996F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6524625"/>
            <a:ext cx="19335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D7601C66-21DC-42EE-A6EA-085BE91B7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4389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E6C71438-1837-457D-B7D8-BBD9E749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524625"/>
            <a:ext cx="19335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DC60BA57-2087-4729-9FE5-EC1284ED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64389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134A329C-226E-4941-9E19-747EB3ADB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6524625"/>
            <a:ext cx="19335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409B08D5-0277-41C1-9954-77A1A3E5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64389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6A6CC8B3-13C7-4EDA-9BA1-9D0619633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515100"/>
            <a:ext cx="1933575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infer internally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7776E0F4-2D52-45E9-8A6A-941C6B6FB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920865"/>
            <a:ext cx="1933575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B81B152A-07B6-44F2-978E-562CADA4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64389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9D073471-A108-4828-A487-FB4B8E95C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6515100"/>
            <a:ext cx="1933575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267559ED-4873-4024-9313-3A84AD71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6920865"/>
            <a:ext cx="1933575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95BCC8E-DABF-4D2F-AC4B-E4B79844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86650"/>
            <a:ext cx="2333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398A46C7-2F49-4BB0-A8B0-27D7D3D13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572375"/>
            <a:ext cx="21431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interarrival time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E956AB9F-A209-4201-AB7E-0D538A499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748665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A4B4F9C3-EB82-4F09-A542-4D4080AD5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7572375"/>
            <a:ext cx="19335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849B219A-0A97-4836-959C-60A9647F8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48665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41FC2A9C-CD2A-4074-837D-7BFF8C4F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7562850"/>
            <a:ext cx="1933575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iat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901739A3-8FCD-4EA7-81B6-DB852A575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7968615"/>
            <a:ext cx="1933575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{"interarrival_time":"iat"}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E5127DCE-9DE5-4677-A76C-7A7AADD15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748665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4F113C98-57F6-4DA6-9223-DDEEC8EA7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7572375"/>
            <a:ext cx="19335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15CABFDF-139E-4118-B73C-95E0E7E05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748665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BF5B4D86-73F6-472E-A45D-3BF5E8CE8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7572375"/>
            <a:ext cx="19335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C5514938-940D-493D-95D1-27A106066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748665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C7ADBAEB-1AD5-4F09-A3CE-029110CB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7572375"/>
            <a:ext cx="19335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D4523BF4-019A-4B4B-A868-4AE78FA6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748665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3B15E565-3A7A-4E73-B705-382779510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7572375"/>
            <a:ext cx="19335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44C08DB2-B8EF-427F-801A-BDBF8784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748665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57A70A63-5A35-452D-B470-8FD5F658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7562850"/>
            <a:ext cx="1933575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0CACD031-6C60-4220-A317-AEEA0110E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7968615"/>
            <a:ext cx="1933575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20E6DA1C-3981-40C8-A78E-FBAFDE849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534400"/>
            <a:ext cx="2333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C7B86B9F-E60A-487A-B996-EAE45AF7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620125"/>
            <a:ext cx="21431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Predicted remaining calls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E4459737-3E49-454A-B203-A832DE28A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85344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48D91B82-2C49-4E7F-B0A1-E2065B3EA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8620125"/>
            <a:ext cx="19335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54EA9D61-AAC2-473D-B00A-95A8A21E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85344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132A2C9A-C443-47F1-B4F3-AEAF53A0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8610600"/>
            <a:ext cx="1933575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total_requests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89CE38FC-6FFB-4BDD-B1C1-C7F761562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9016365"/>
            <a:ext cx="1933575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{"remaining_calls":"total_requests"}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4C6B4F06-1D28-4A28-ACF4-6489AC84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85344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BF1ADEC0-BEA0-4569-9969-DDB99D54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8620125"/>
            <a:ext cx="19335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7B768408-0E82-4127-95A5-F7135A4E1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85344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AE76600F-148C-49A8-BB98-9D7CEE11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8620125"/>
            <a:ext cx="19335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64717F6D-6A6D-4069-B69C-B72D9A087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85344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071E9FD3-9E81-4D87-9119-CF9C6C508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8620125"/>
            <a:ext cx="19335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9DB41342-6DC1-45E8-BE6C-7C93B71BD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85344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A61AE154-6463-45CF-8D9D-D7A49E8F3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8610600"/>
            <a:ext cx="1933575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Workflow may know internally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23DBB990-8EB1-4BCE-8AFA-310F84EC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9016365"/>
            <a:ext cx="1933575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1884E6C6-F8AD-4E97-9101-660E88B4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8534400"/>
            <a:ext cx="21240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654037E3-F715-4997-8C3C-D75CFF5B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8610600"/>
            <a:ext cx="1933575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E7CC9444-B114-44D4-AC61-343D32F1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9016365"/>
            <a:ext cx="1933575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cxnSp>
        <p:nvCxnSpPr>
          <p:cNvPr id="316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D2C19B81-BDC1-4F62-AA04-3F055471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33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Source: user-provided screenshot; each populated cell shows description plus compact JSON; '-' indicates unsupported.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1458B554-BDBA-4883-A725-3657071DE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602836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6FC7C169-4103-4491-8FB4-9175E7E95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KV cache and prompt-cache handling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49FEB0-1569-4AD7-915D-16B52ACC6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Signals that can influence cache reuse, cache isolation, retention, eviction, prefill, or cache feedback.</a:t>
            </a:r>
          </a:p>
        </p:txBody>
      </p:sp>
      <p:cxnSp>
        <p:nvCxnSpPr>
          <p:cNvPr id="194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7FA9B8-CFF0-44A1-8E22-07CFCB828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333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8F9B21-414E-4FD7-8BDF-8D61BE4E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4DA96A-CDFA-46FF-BA61-61A542C2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F03AA4-0EB0-4BA6-B504-1D9ADE06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Dynamo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11F389-1D3E-4EFB-A144-4F8F3B69E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128860-BF1E-4494-AB0B-B158C36B3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NeMo Agent Toolkit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28A2AB-6899-478A-BBF0-008FB0786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95FAA4-6741-4497-B97A-23EBCD933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Claude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B5DFBA-8289-45BA-B27F-5EB410B4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508627-56A1-4D95-B3A6-4B8FE314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895062-1DFC-4ABD-8EE8-C284B0CBA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4C6360-B19B-40C2-AE4F-418FCB774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DeepSeek Harness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364AA0-9CE7-4F34-8447-D4313AFC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16C0D5-9067-4801-8189-12DE09B6C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 Agents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9ED875-36A5-4547-9B69-DAFE80AD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90B5C3-8BFA-40A0-8BA4-AAA234CB8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Qwen 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B58F72-92DD-4CBD-83B1-90F290490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7E464B-B8D0-499A-A359-1C9DB3D2B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key/bucket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CB5B60-0468-4B59-93C3-992C2171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369239-6C1D-472E-9E1D-48F12132A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prompt hash; no client cache key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843B68-9994-433F-B7B7-7D0879B2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{"cache_key":"Automatic prompt hash; no client cache key"}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3523C8-FB80-40EE-BD58-131DC5266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F0F440-853D-4666-AE1C-83384E00F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prefix_id, but not equivalent to a cache key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6B0579-14E5-4189-A48E-28E40C391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{"cache_key":"prefix_id"}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8447A3-1581-4E4E-90F1-4D371957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319343-E8B1-41FA-A2F6-8687247AF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Exact-prefix matching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0B2F50-7996-43C8-B138-C0EE696AD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{"cache_key":"prefix_hash"}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8A93210-7E8F-4428-A7FD-55CBA955D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DC3201E-1D8D-49DA-9BC3-3EE67195D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prompt_cache_key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7314A1-6889-4E56-AA3C-83547FF02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{"cache_key":"prompt_cache_key"}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C9BCD7-FF58-4A19-9E09-C8FDF1A11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4035EFC-A658-45EE-87B0-4B016A36B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prefix matching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DFC455-3BB5-4344-92F1-65A50E65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{"cache_key":"prefix_hash"}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510D027-7187-4BE9-A6AD-E8A84FF44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DC222A7-70C0-4D0E-BA7E-5F7E139D3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middleware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3B2E2B1-5CFD-4690-981E-58444C79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C0238E-3E70-4D9E-9C64-B2B6C5C56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8DB774C-2275-4BB2-8755-039381F6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prefix matching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D61DB31-33E0-422C-B0B8-3B0F0B53F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{"cache_key":"prefix_hash"}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5808E93-D318-49F6-A4D1-85AB3CB98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62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8E502F5-E421-4CDD-B807-22E80FFBA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48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namespace/isolation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F5CE2E3-B92C-4116-89FA-250474F7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CDD4AB4-D417-408A-A7EB-D8500BCAF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nvext.cache_salt or x-tenant-id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6ED3CB1-5125-41DA-8582-03251D90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{"nvext":["cache_salt"]}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34D2DAB-1D78-402C-B8B3-AE28960E3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824C75C-04A7-403F-B166-37A2F78E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Dynamo salt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F45CF9A-F9F1-4073-B83E-0AD5DFB1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{"cache_namespace":"nvext.cache_salt"}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337A91E-F3DF-4085-9F79-2D8B55D0A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1033C56-D9E5-4556-BF53-F43F98065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70E06B4-A75B-48A1-ABDB-113551D6B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4FE339D-5095-425C-8AF6-74717FA9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key provides bucketing, not tenant isolation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519B7BE-3450-4AB1-945E-C555DFB1B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{"cache_namespace":"prompt_cache_key"}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1A25FF2-90C5-4C31-BC3E-600F4A24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F26EBCA-952C-470D-9B21-F9B3560C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4DF91FE-80CF-49B2-AF1E-A63DF2556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787453E-81EF-4559-BC4F-C5E31BD2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5B14715-4F82-46A7-A57E-86D50A1E7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418F46B-3F49-4253-B2B3-BC7261B9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4E0142B-E650-4F4A-88F2-D91346A31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Static header/body pass-through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022DA84-C2AF-487B-937D-FB2541BB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379A51D-2E3C-4972-ABB7-2FA371AC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76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4014BBB-7071-453A-BE9C-40B36E03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62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TTL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D9E42F5-2478-4C58-B40E-9934724EE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7DFB69C-9DDF-43EE-8F78-28AF2A88D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162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551AE9C-E084-4D29-8E6F-681CAC953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900A57F-5E63-48A8-81DE-25CE4AAE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 nvext.cache_control.ttl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295FEE2-F76D-4C5D-A91D-7A5F5FD5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{"cache_ttl":"nvext.cache_control.ttl"}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395B60B-2FEA-47F5-8182-23F09B3EA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268321E-3365-4BE1-B395-3859FE71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cache_control; 5-minute or 1-hour TTL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DE42C01-C935-44B7-9A63-8FE437DE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{"cache_ttl":["5m","1h"]}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09B8A68-FB48-404F-A97A-7AEB24A21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C3A5376-2CFC-4208-8988-0BCA6C5B8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 explicit TTL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F90CC9D-70E1-47E1-BA34-1EE787D18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{"cache_ttl":"No explicit TTL"}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19F1447-9EA4-4810-9801-20A6023C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68FD663-398B-40FF-AF97-24756C47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 automatic TTL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06755B8-EE51-4FDD-ACB2-43E96A78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FF9522E-142F-4917-AD86-780D082FF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0DD0C94-DBF2-4D71-9352-7940BB7DF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Anthropic/Bedrock middleware; 5-minute/1-hour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0DE74E4-FF35-43E4-8A7C-4F060E289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987FB50-DDDD-4FCE-94FD-F259CF265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6A93149-6893-43E8-B1C1-1063574B6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cacheRetention / provider cache control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76CB142-7950-4215-8749-323E4159F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BF9E83F-2C78-4E02-ACB3-ACECA666D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911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40585B8-36FB-4953-A510-1F99BB7B1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768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entry type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DD5BD51-2776-4CEA-BBE8-B83A694B5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92F7A2E-411D-48B6-AA42-933F31AFE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0768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EE2F2C9-3994-49C6-B53E-107E56D9A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91FECBE-A78F-4D74-8FE6-770DC2B1A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type:"ephemeral" experimentally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C968FE5-6E7A-4017-80A0-64E13E9EA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{"cache_type":"type:\"ephemeral\" experimentally"}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A13C4D8-EE66-403A-82F9-6E457B5B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DAC3D25-21F3-4700-A22F-E5749062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type:"ephemeral"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65A84A2-7126-4B6E-AF67-CC5DE9F6C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{"cache_type":"type:\"ephemeral\""}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B3B890B-57E7-4E6C-9869-133398B93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4DCB7A5E-A365-4013-9099-75F94D068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0768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084DE2CB-6F7A-4F0A-B715-4BB2D6EB0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B83C7D9F-F463-46D6-95F2-4D328726E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0768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FE4DE3B-0D39-4119-A2DC-9F9C42D23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1874B31-EFA9-49D5-BDEF-D7F01F9A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B6179AE-48EC-40A9-B033-2CE2C362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4B5AEB86-B6D8-403D-AF54-FC9EC6C9C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BCD60946-2093-4F19-87ED-B4990181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7176F347-5176-4CAA-A148-5B75D498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0306ED38-2452-4B8D-B9AF-3E683EBC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E1C51156-BF61-44CA-AFAB-6BF6A278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912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Eviction priority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7E7ABA78-D74F-4D6B-9D05-A457FC4B3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EB02894E-0CDF-4166-B691-ECAAED17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priority; currently effective with priority-aware SGLang cache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52139BC2-0DB2-4957-8E9D-0E2CA5C5B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{"eviction_priority":"priority-aware"}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5063EA50-657C-4C86-A175-B1707A95E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AF02892C-E9CC-40D2-823F-3B288D22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 priority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065F5DBC-DBC8-4365-A7E8-D6B208270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{"eviction_priority":"priority"}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38F21029-8114-4D41-B3BB-6C1D39B04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B135723D-C3B1-40AE-B5D7-C5F7A0139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17426595-185C-404E-B4A4-1E83F2190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41C5D644-8AAB-4967-89AE-8A8BDEE43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A671E00E-6E35-4342-B41A-79C49F64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558963F1-DA33-4E8F-A7CE-3EE5E0A96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784CB5D7-977D-474A-8A93-6C1F02A6E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333861FB-959F-4973-8B47-AD6D6B2C3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None unless custom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3BE9FAC8-561F-4660-B645-DE5EBB46F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{"eviction_priority":"None unless custom"}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E407D8C5-9C9D-4B68-806E-48015E594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5A5FBA57-0049-449D-9C88-2B4D6ED9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C92F377D-B6FB-49A5-9A54-F25E79086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0CA23A1-812C-4C6B-A4DB-73B6E3481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19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CE7E6F60-29F9-4F2A-A54C-998563B9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05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Speculative prefill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6EC365DF-8FF2-4D0F-97B1-C1ACD3BA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4A60D964-3CF0-47B5-B8C8-963C4D590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896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speculative_prefill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E6BD7566-EE95-4F8D-8339-420F688B4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7240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{"speculative_prefill":"speculative_prefill"}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A3919167-11A7-4D3A-B5D2-ECB46A3A4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5FCEA6F9-0560-4834-8BF9-9C43C8DE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70E14859-933A-4885-A031-C5C026A8C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FC0553AC-577D-4D9B-B49D-FDAB4DD5D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FA93179D-6AC0-42D1-9E17-291BA4C2C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720D6FE0-D014-4DCC-875C-CB12AAC43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896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WebSocket prewarm, but different mechanism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26604B13-C4FA-4396-B9E3-393CF08DF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7240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{"speculative_prefill":"websocket_prewarm"}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5F8A2831-6D75-4309-95C6-03656FDC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A5399093-17D6-436F-83C2-A2005D30B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BF111BC9-182A-4FBA-B97C-2ABB2303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66032EA1-E618-4399-B655-BA0AF81F8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F25B5A13-9BF6-401D-B3B1-101A2AAF6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6DAD087C-7FE0-4383-9C4A-58A198CE3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6896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UI speculation, but not KV prefill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E30A53E2-8ECA-4B48-898E-24F62FF8D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7240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{"via":"ui","speculative_prefill":"speculation"}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A6AB23C2-2E6F-46C8-9D6D-734C27611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1EBA266D-D1A4-44F4-B166-9601179B4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Cache-hit feedback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A8195350-0389-43D1-852E-32C0CA66A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444E2EFD-2714-41AB-B956-AC7E8A2B3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Metrics and response extensions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8BBDC6E1-4E77-4ABA-AEAD-133EA0055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945B8CC5-BA1E-4508-9CAF-4C230439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EF3BFB66-C0FC-4B75-B772-6BABEA8F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Profiler/metrics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33F9AD84-8B51-467D-9A15-45501D5A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342A8D3D-83B8-4D50-836C-91CBE160F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16AD99D1-F0F4-4CCF-B940-8E6001A0C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Cache-read and cache-creation usage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3EF09BED-547C-4DD0-AC0C-92C507D43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{"cache_hit_feedback":["cache_read","cache_creation"]}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FDF87DB5-3904-45FB-9AF2-D26EC2B0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AF8F1DC1-5606-4355-8AE8-9018E0BA6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Cached input-token usage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0E7BB08E-2827-4C04-B39D-B9F3648F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{"cache_hit_feedback":"cached_input_tokens"}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C38652F7-80F0-476F-A834-0476740C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A0E70EF7-6723-4067-B1CD-AFDAC3C3E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cacheReadTokens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2A346222-C6E7-4CF1-B293-31F415F4A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{"cache_hit_feedback":"cacheReadTokens"}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374B22E2-B593-46D1-8055-241DC888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C8D5AAFD-A1F5-47C4-8E3A-B563135E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trace data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11E4483C-0F0D-4FC2-9B18-4F8F2CA6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C2E904B2-E24A-4301-93CB-503EEB08A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8356E6A3-56E2-4F7E-B164-1D47AE3FC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Cache-hit metrics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CD709909-7EB2-44ED-8001-60EFC722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B5CF867D-834C-4EA2-9203-DD535A1D3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48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520ABC13-2D97-43A7-9B5D-7A215682E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34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pinning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3D6A1EAC-94B6-4A44-A1A7-491AF93E4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46EE2730-A6C7-4F99-A421-7F81ED34C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8734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83B65781-6389-4E1F-B7B1-F5085FCB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9E37CCCB-F81B-4DE2-81A0-00BC997F5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Experimental/version-bound</a:t>
            </a: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09FE10D0-B400-419A-A6F4-16F5B048E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{"cache_pinning":"version-bound"}</a:t>
            </a:r>
          </a:p>
        </p:txBody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997244BC-8C0D-4657-A8F1-EDAC33AED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8EC5BF98-C33A-4604-BBE6-3787B82A9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 TTL retention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F0618587-4B01-4150-99F8-410CD8D2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DA541463-2F3A-4966-A5CA-9E3CA3CF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BE7236BB-5AA5-4462-A183-E5064AD2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8734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7F39A08E-0E3C-4EB3-9DD7-A2212B95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F5E00DCE-2824-4787-8A1B-150AF9EFC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FCF04901-92C7-4F9A-9044-7B9B755C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40843BB2-A856-44AF-9C12-9F253AADA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57720056-9181-4C25-9C1D-650586AC6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middleware</a:t>
            </a: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9A733F8A-314C-4B50-90C5-A696569B7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3B806B24-5F32-4EA1-9964-90045DAAF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56C944AB-BA5A-4B19-8A6D-205C86A1F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D90CD9A2-C704-4D49-B5F1-7B9270638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cxnSp>
        <p:nvCxnSpPr>
          <p:cNvPr id="380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52DFB51C-979D-4F64-835B-4F41CD1E9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33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Source: user-provided screenshot; each populated cell shows description plus compact JSON; '-' indicates unsupported.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BB3DCD8F-8341-40DD-A184-C396BE80B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6307653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32F13933-C347-427E-9F1A-CCFA24CEC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Routing, placement, and worker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81EDDD-D210-4EB5-AF44-7D46BD59F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11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Signals that can influence backend choice, prefill/decode worker choice, rank choice, sticky routing, or cache-aware placement.</a:t>
            </a:r>
          </a:p>
        </p:txBody>
      </p:sp>
      <p:cxnSp>
        <p:nvCxnSpPr>
          <p:cNvPr id="173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AA7BDA-8FEB-4DF9-A386-EBC321F98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67B707-6A3B-4B73-B935-4F7240B07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6AD2A2-8266-4BEB-8061-3D4BDE91E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1695450"/>
            <a:ext cx="215128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464165-0118-43C0-9A01-029426038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196078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Dynamo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E71B39-F50A-43EA-BF70-2EF95C7CF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814" y="1695450"/>
            <a:ext cx="215128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D85D62-041E-44B1-B450-2FBD4785B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1781175"/>
            <a:ext cx="196078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NAT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846343-B975-4B91-8CEA-4460CD1DD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1695450"/>
            <a:ext cx="215128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D13528-7F7E-4F87-82F1-C41E7CC7D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1781175"/>
            <a:ext cx="196078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Claude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E1F9D6-EE0F-40D0-8217-7BF25FE50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393" y="1695450"/>
            <a:ext cx="215128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6F64CC-0196-466F-A534-E52F8BD3B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1781175"/>
            <a:ext cx="196078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CAE4E1-5304-43FB-B4FD-8D3892A4C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1682" y="1695450"/>
            <a:ext cx="215128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CEE2BF-D69C-42F3-8A94-F00541ED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1781175"/>
            <a:ext cx="196078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DeepSeek Harness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B0AE9B-360E-4090-B6E8-6BF87EB8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2971" y="1695450"/>
            <a:ext cx="215128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6E20B6-0D5E-41A9-AA3A-37E927D3F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1781175"/>
            <a:ext cx="196078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 Agents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EAE0A3-20A3-4901-88F0-C155F1026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261" y="1695450"/>
            <a:ext cx="215128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0FC102-81C0-4A26-9727-4F1FB20F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1781175"/>
            <a:ext cx="196078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Qwen 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93B167-4AC7-436C-AAB7-CAFB91DF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2143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0142BC-CC32-4A17-85E1-59E72C8B9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1952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Direct backend selection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A393ED-13B0-4EC5-8F77-C1CF8BF1C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2247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76E572-2871-43DF-B0A7-49236694C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324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backend_instance_id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433A1A-78E7-4074-8A3D-B4C3FFFB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729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{"backend":"backend_instance_id"}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3E311D-61D4-4E4E-A698-4797E354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814" y="2247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C321A0-8486-43FF-9CFB-AEC7A439B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2324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through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A490EF-D7B9-4144-ACA6-9577EA937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2729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1417A0-DBA1-4149-BAB1-0C950F01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2247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D7F1B5-BFD3-4489-9939-5F3EB384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233362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7C0EA2-35CB-422C-ADCE-4B585132A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393" y="2247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01F660-CD04-4A36-9832-B18088085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233362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CA9F61-50B8-4278-A769-DD8102847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1682" y="2247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6D8781D-2519-4778-8131-A5F39D185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233362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D95632-729A-4B02-8704-F82636D38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2971" y="2247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BBF52C-9923-4919-9C86-83060CC0F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2324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middleware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28E61D3-B7BE-4CEE-B83F-41D4CA54C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2729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0A9500B-2AC9-4A95-84DC-542C3AFF4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261" y="2247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244F888-ACA1-44D0-8CF2-CC3DA9282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2324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Static extra_body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B6BB682-0475-4C43-A780-8600BB447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2729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{"via":"extra_body","backend":"extra_body"}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40DEC62-1403-444D-A431-3D524A984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2143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3A93F48-691F-4342-848D-4DBB3EE39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81375"/>
            <a:ext cx="1952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Prefill worker selection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E78F025-14B7-44BC-8780-6AD665F5F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3295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BC872C5-1B6C-48E0-92E1-987A86D0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371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prefill_worker_id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0FC1F77-4B5A-466D-89E3-DBADFB1D5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777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{"prefill_worker":"prefill_worker_id"}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3FDA859-5D70-44A6-B3A7-6C69B2A8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814" y="3295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2D7D232-5DD6-447F-942A-50B402613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3371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through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EB8E150-DD38-49CA-B985-623727B0F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3777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FF1BA4B-3A8F-42E6-845E-CA8C4294A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3295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AB296EB-1AF3-498B-A272-10BEAE138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338137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45CFA03-8AAF-4ACD-85DD-8AD66E08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393" y="3295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8BF59B4-BDAD-467F-A197-85B395F0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338137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19864FC-7A43-4866-B03D-9DEF5D52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1682" y="3295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5A98490-1123-40FC-8B4D-0625F0261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338137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524CCE7-B62B-42DD-B35C-D8A5FE479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2971" y="3295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87828A2-6B79-45E8-99B0-8A6BBC90C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3371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1092BAF-82BE-4DED-8CA3-24580BC43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3777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3F6F39E-D758-44CA-9E28-E281E0C71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261" y="3295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F8B8F58-B2E3-4F4B-8583-B752E715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3371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19D2F36-B94F-4A87-9BD5-7D286DA7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3777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757AF4C-83BB-4B03-AF1F-8D4BE2674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43400"/>
            <a:ext cx="2143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CFE6E35-8A53-4283-B6CD-6B1ADEEA4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29125"/>
            <a:ext cx="1952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Decode worker selection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15F762D-61E7-4459-B420-55BE086D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4343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777471C-B282-47A9-BEE1-E494E4E6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419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decode_worker_id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E7EFE4D-67C0-453A-B415-893522AC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5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{"decode_worker":"decode_worker_id"}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AA8E33A-0F33-40A3-B2C4-E3E7FFA7A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814" y="4343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3F5F86B-E537-4F86-A84D-887498999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4419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through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B3DFBF8-4102-4E00-9ADA-A479D8510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4825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E6986E9-8F89-40F8-87C1-959DB8657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4343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2E527BD-5442-4078-8AB4-5E920C5AE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442912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70ED870-FFAC-447F-89D2-A8F4C8380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393" y="4343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F7A26D6-657E-42BE-8567-214F21788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442912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EFC8B97-C63A-4357-A3B9-AF61412A4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1682" y="4343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1AF460F-351E-4877-B4F7-BB5066F9D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442912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213D32B-5D4E-4B4D-B23D-FC7A5816F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2971" y="4343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59C40D0-CDBC-4DD0-AAFC-72645A21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4419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0D2BD28-EAE8-4D4A-BFB6-6802459C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4825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748FCFE-D2D9-44C7-B24C-FF0624BD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261" y="4343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E5A205D-4368-4E40-977A-F1CF1F8B7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4419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C139F78-5C0A-436D-A08D-6CDA80F58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4825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42712E5-DEF1-4115-8427-88521C305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2143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92892A0-3AAA-4626-83C1-D7AAA4B1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76875"/>
            <a:ext cx="1952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Data-parallel rank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4848353-3381-4CC0-970D-C9808EB13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53911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35AF16F-A787-4D7C-9E27-4CE6A9752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4673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dp_rank, prefill_dp_rank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AAEB713-3950-4511-ACC1-026F7B7B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8731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{"dp_rank":["dp_rank","prefill_dp_rank"]}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E7D6C75-3127-46EA-BF40-AF5A4A0D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814" y="53911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DABDD91-123E-4138-A637-5AADE9F22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54673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through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120D8A6-D8BE-44D3-8854-BB693DC32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58731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F00D4AE-B9F3-4073-83E1-8C0CB01CC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53911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9CDB979-2BD4-4C17-944C-3F27600F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547687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7E4B4E8-4BCC-4442-A150-CD4386817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393" y="53911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887E2D4-04D3-41A5-A58F-BB726004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547687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4F4FEC9-35EE-4707-B12E-8FC8AC83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1682" y="53911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5AB04C3-12ED-401C-A0C3-98816421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547687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14AD01E-1C32-4E87-A003-7E6FECB66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2971" y="53911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6034A4C-497E-404C-8FEA-D8A59F0D9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54673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52F1D58-5427-488C-986E-D2EF9FF5E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58731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95034CC-DB1F-4D45-B767-3BE232B5C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261" y="53911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F3BC1B7A-BC41-4F38-83BF-3C03718E2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54673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526C709F-B013-4D28-B4B4-CB99C73BA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58731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BF559CBD-1A63-4B36-AA2F-B08BEC05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2143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F192004-48D2-4CA2-A331-1AE62B3ED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24625"/>
            <a:ext cx="1952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Sticky routing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E64901A-92F7-4C19-B83A-855315B7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6438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996739B6-D258-4F07-825A-B7CD12D8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6515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Optional session affinity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965890C2-A554-4E0B-9F64-94726B11F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6920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{"sticky_routing":"session_affinity"}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68139845-84D9-4354-B1F9-453C6AF4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814" y="6438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32AEDD28-87BA-45A8-AF14-2E7018C27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6515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processor/prefix logic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B2AC002B-35C5-4E13-8968-29B1C977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6920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FB01FE41-FA46-4446-B296-144C90DEA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6438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0B3D161F-4B33-4032-9251-821EA056C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6515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 ID only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F486E829-AC88-4C7C-9049-1DD3DFB98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6920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{"sticky_routing":"session_id"}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64A51490-68AB-4FB9-82DE-79F27B2D5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393" y="6438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96E05BC2-6D72-4F6D-9C75-60D02B89B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6515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x-codex-turn-state, OpenAI path only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8F68DD3A-750A-4DC5-A947-D132E9D6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6920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{"sticky_routing":["x-codex-turn-state","penAI"]}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46DE3DCA-3343-4501-A694-A8C203DF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1682" y="6438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64CC33DC-44FB-469F-BB23-A30D8DF6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6515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 ID only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3B3629A9-D005-4A56-B7AC-7ABF11611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6920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{"sticky_routing":"session_id"}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68588E49-857B-4EB6-9567-D35B7C881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2971" y="6438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083AF87F-7EDC-4545-A749-5178EB73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6515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Checkpointing, not inference placement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C3235007-8BBC-4976-BF01-C83226E3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6920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{"via":"checkpoint"}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613E5F51-1C40-4541-89B0-DB5BC75A0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261" y="6438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2987A9A9-2855-41A4-8636-E031089B3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652462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950C4C26-8BC7-4C46-ABB1-D2A02CB7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86650"/>
            <a:ext cx="2143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E3477B81-4E44-4232-81CE-74E3A805B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572375"/>
            <a:ext cx="1952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routing hint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0AB7DE0E-6292-4DF9-BE3B-9F3160D6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7486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E1C952AA-EB83-4DF1-B8FF-1508E09E1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7562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Native router policies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1E6D6E4D-927D-4805-A691-7A1555A0D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7968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{"provider_routing":"router_policy"}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64FCC895-D24B-4B44-8AFC-9E3DBC10D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814" y="7486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D1783B4D-9A6A-40A5-8669-707A4317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7562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processor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3527DC04-685D-436F-80DE-398693F5B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7968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1A4C413D-42AC-4BCD-8015-70BA1D5D0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7486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A51FA24C-8837-4743-A9DC-105C0A78D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7562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Model/fast selection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986805D3-2AB9-4E18-8604-24D3E0402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7968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{"provider_routing":["model","fast"]}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C5CE0FEB-51DA-4633-BE7E-BE0CF6A2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393" y="7486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431FD352-7CE7-441A-8F0F-3047F334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7562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x-codex-routing-hint, OpenAI path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F3C54678-F2DC-4B4A-A476-D40A96A34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7968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{"provider_routing":["x-codex-routing-hint","penAI"]}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37595C60-9AF5-47C4-A5B5-09B03E24F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1682" y="7486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D2336CC5-E135-44DD-9102-1C3E0DC1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7562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Provider/model selection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64A4392F-2C4F-4D5E-BCAB-489CC636B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7968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{"provider_routing":["provider","model"]}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BC67B654-0D49-41B8-9227-429C2E5D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2971" y="7486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F2791EB2-4C07-4742-97EE-C66864F4E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7562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Model selection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05357C25-F8ED-40CB-A2E3-3DE66B39D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7968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{"provider_routing":"model"}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2967EF64-9CD3-4717-8ADD-288282EED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261" y="7486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8E6C6E1F-A954-406C-A970-1F9B45DEF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7562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Provider/model selection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B7B55643-7A01-4DE2-B635-CC9C5E66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7968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{"provider_routing":["provider","model"]}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45215F92-74E3-42A4-8949-FF77DC54C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534400"/>
            <a:ext cx="2143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0527678F-8720-49A2-BFE1-69B7A40FF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620125"/>
            <a:ext cx="1952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Cache-aware placement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0CF5CDAE-D036-41E5-87CD-D6C47F1F1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8534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8463BAF9-F709-4436-A015-B23984E9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8610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Native KV router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442C9A38-ED63-45AA-89DB-40F9D220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9016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{"cache_placement":"kv_router"}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EAE32D58-BBA2-4C9F-A99E-949C8AE6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814" y="8534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48FC02BD-FB03-417E-B2A4-B2EF3447A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8610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Dynamo integration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271C0920-B446-4633-865B-FB43154A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9016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{"cache_placement":"dynamo"}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6820EF9A-52BD-41B3-83BA-F649FA2F9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8534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F2BC2F5D-6C05-4AF6-BC45-D6EB5449F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8610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F66D96C3-DC35-41EB-ADA8-CC537036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9016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04869C31-47D1-48F7-B159-9141FF06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393" y="8534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3D541AE8-FC29-4F33-8DE8-30841AF2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8610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EC8EC39E-AEBC-445E-9364-20EDDD916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9016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2F2F3AA9-9DDE-4E16-80B0-6D2A28DF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1682" y="8534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766829A1-5F3E-45D5-B896-E16E4ED8A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8610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D136BB1B-1D81-4736-A597-DE5C1609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9016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5D57BFA0-1840-4735-BF1B-3FAE7B2B6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2971" y="8534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C964EEBB-180B-426F-921F-070B8FDE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8610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Depends on inference provider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DBA36645-2E6C-467A-8271-1457E0BD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9016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1D954EB9-F2DF-4F80-8256-48D657F3C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261" y="8534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BEF932EF-9457-47A9-8EF3-2448745F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8610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Depends on provider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D991C07E-2B98-4920-9D24-0497CA1C0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9016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cxnSp>
        <p:nvCxnSpPr>
          <p:cNvPr id="338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7554D147-5B98-41A0-8F57-94BB81B7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33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Source: user-provided screenshot; each populated cell shows description plus compact JSON; '-' indicates unsupported.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9E8A4344-0380-4F20-8954-41BB1524A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616493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C8F93525-2343-42AB-BCC9-E6DE6D59E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Affinity identity signals needed for routing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E9EF50-B760-4A86-8EAE-719273414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Minimal identity fields that matter because they can help preserve session affinity, workflow reuse, or trace correlation.</a:t>
            </a:r>
          </a:p>
        </p:txBody>
      </p:sp>
      <p:cxnSp>
        <p:nvCxnSpPr>
          <p:cNvPr id="115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2B9C21-6543-41CE-89BF-0B0C8F32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333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C75E03-EEE8-4455-A58E-11D8385BE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5D4409-B20E-4EC5-BD7E-2A08E894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8C86CD-8FC5-436C-9085-5AB91A32F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Dynamo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EDF0B1-AF7D-48B3-B8BF-AC9C5B9A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7A6E53-8356-4FF9-B195-920816E6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NeMo Agent Toolkit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6A4954-1D3A-4EF5-A834-4064061F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A43581-1F47-4510-B17D-412A8CC3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Claude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2E1F2B-F882-4DCA-AAE0-CF5AC75C3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837371-14E7-449A-859A-654D5465E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F3E0E4-C99C-4EFA-A574-32CC48823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774446-0930-4923-A888-BD3BD5F6B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DeepSeek Harness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EF6FDE-5AFF-444D-9D07-A4687BF21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AD50A3-D9A1-44AC-A60E-1D2E01CA0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 Agents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08D327-45FA-4970-927F-D7529AD34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739F7B-BA55-4C34-BF76-4692FE7F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Qwen 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6B669A-4CBB-4AF7-AFCC-D8990D0D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233362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E377F5-EF85-4186-B23B-47605B29D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2143125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Prefix/workflow reuse ID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6ACF64-5446-4370-8F46-B2E22618E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24790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753C18-E559-4713-9E8B-031DD4E7B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32410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 ID is closest current concept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0A9452-3658-4D83-A182-D069A19FF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093529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{"prefix_id":"X-Dynamo-Session-ID"}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88BF9B-B6DB-405C-839F-C5FBCC288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4790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A921D1-C7E4-4E16-A197-A6E1F6911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2410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prefix_id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1AADEB-2CB4-4BDC-B0F0-F99A49B44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093529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{"prefix_id":"prefix_id"}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071D40-7055-4C72-BFC3-0BE9512D9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24790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4E32E8-5B32-45C4-979F-370741DB5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32410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Session/agent IDs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FA632A-82BA-4FD2-B2A7-284F5C30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093529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{"prefix_id":["session_id","agent_id"]}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7C2B323-9FB2-4BE0-B922-CED2300B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4790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83BB29-E8A8-43E2-BE53-99A4CC32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2410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Thread/cache key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C073476-C0A7-4AFE-B5E2-1C6B0929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93529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{"prefix_id":["thread_id","cache_key"]}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1805E09-E23F-4136-8E70-CEC4566F8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224790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10639D2-517D-4AF2-9357-016B5DE19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232410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 ID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BD66F12-F45B-401A-A1CF-E73208D3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3093529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{"prefix_id":"session_id"}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E84F340-E650-45A9-89B8-DD7B56041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224790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48A36A-CA0F-47D9-9316-64EACB8D9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232410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thread_id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B5743BF-7B7F-4D26-88C3-07871C2C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3093529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{"prefix_id":"thread_id"}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18F1783-6D7C-4991-9054-8D15261D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224790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B36AB01-A9F5-4294-BCEE-AAC6CCF9B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32410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Internal session only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60232AB-1753-49FE-A5C4-2E241438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3093529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B2A9B7-3E93-4432-A495-A27E6EEC1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86225"/>
            <a:ext cx="233362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5BD4B39-1738-4084-84EA-3A55F9E3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71950"/>
            <a:ext cx="2143125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 ID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E1CEF62-697A-471B-870D-7DBCE2B89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08622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57C0AC-039F-4C98-BB3C-30B4EC81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16242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X-Dynamo-Session-ID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F53479C-7F8E-4C80-9222-3526D1FE1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93185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{"session_id":"X-Dynamo-Session-ID"}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470D5C6-62A1-4CBA-8F12-200749441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08622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51FAA30-45F9-4CE3-995C-DE1B532FC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16242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Workflow-derived prefix context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827F1E1-F4E7-4CCF-ADE9-CA12EBAE3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93185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{"session_id":"prefix_context"}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9D77B52-67EC-4093-83A3-2CC791CBE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08622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20F2407-A83D-4FEE-AF7B-FE2EF2F0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16242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x-claude-code-session-id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9AE353C-88ED-470A-9DEC-BEAA43DCE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185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{"session_id":"x-claude-code-session-id"}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24F92A4-7DD1-4148-9497-A6DB070F7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8622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82D954C-DB7E-487E-B77E-18BD18A88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16242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thread-id; metadata session_id/thread_id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A0CC27F-CC90-4D97-8228-2F26DE876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93185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{"session_id":["thread-id","session_id","thread_id"]}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349BE4A-601A-42F7-B801-39A83539D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08622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58EBE32-C5EA-41C0-B1CE-F19F3462B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416242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x-deepseek-harness-session-id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9D0A1BF-A4E7-4543-B6BD-A98151C79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493185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{"session_id":"x-deepseek-harness-session-id"}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EC91984-1816-4B51-98AB-5B2AB2676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8622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77EAFA7-D07B-4090-AC6A-CBD9B8C1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16242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thread_id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773E4C1-D945-416C-9A85-1483C989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93185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{"session_id":"thread_id"}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40B01AB-B865-4AA6-A564-35156786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408622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0836C5D-CAC7-4442-A9B3-30624C06D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16242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Internal session ID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1785A2C-5CBE-4740-9B93-215F40E29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93185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FB50DC5-C5B0-4686-AEE3-B1E93113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24550"/>
            <a:ext cx="233362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95B3CB6-06B7-4E2D-82BB-D5BC5276D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0275"/>
            <a:ext cx="2143125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Parent session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ECB2EB4-1640-4048-80C2-4E5DB45FE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592455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836C150-8D63-4B3F-BEC9-0C7EC511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00075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X-Dynamo-Parent-Session-ID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B484CF6-9605-4F1F-88DE-ECEE4544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770180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{"parent_session":"X-Dynamo-Parent-Session-ID"}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644C326-FD2F-4A4F-8843-E24975F6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92455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577D70A-C5F5-4527-84F5-5B24B916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00075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Call-stack-derived prefix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1C6C846-A5B3-4023-8771-6DEFD99B0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770180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{"parent_session":"call_stack_prefix"}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5A3E429-92AF-4A89-A7C9-5609E264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592455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E65E0B0-F870-456B-B355-1381BDD17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600075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x-claude-code-parent-agent-id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C9B7FAD-6FDC-435D-92C5-7BA611139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6770180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{"parent_session":"x-claude-code-parent-agent-id"}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B62B15E-7F3A-4D89-85A5-91DA08ABA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92455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32C6663-42EA-41DA-9EE0-3EC07AAE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00075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x-codex-parent-thread-id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00BDDF8-501A-4C96-9925-7B471AEC1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770180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{"parent_session":"x-codex-parent-thread-id"}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855F981-0A89-498A-88C6-B0194E7B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592455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9236F8C-B624-4482-9714-8FCF9454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6010275"/>
            <a:ext cx="1933575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EDFA7F3-E0D3-4613-B1CB-8F4C7F823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592455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533BEC9-D8F6-4394-8C08-58EAEFC41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00075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Parent run tracing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38E57DA-7BBF-4038-85A4-DF632313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770180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{"via":"trace"}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42752DF-BAB5-4977-AEA2-9F631597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592455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0CE814CC-9139-46CD-81FA-A7773668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6010275"/>
            <a:ext cx="1933575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91E20A2-796A-4EF1-9EC4-F6E8A5E49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62875"/>
            <a:ext cx="233362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6CD0D5F-02CF-464C-90C2-98CFA3EF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48600"/>
            <a:ext cx="2143125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W3C trace context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A7B42AA-4BE6-4BD0-8DE4-80C2B294B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776287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FAA7D52-D0A8-44EE-9B08-362E95B13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783907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Tracing support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5D56A08-03E9-4892-885A-D6EF1EF5A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860850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{"via":"trace"}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91387C6-90D9-48EB-A2C9-8C15F254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76287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B8D4F50-844E-4098-9A88-C83BC45E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783907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Profiler/tracing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04B79A6-4868-4F95-B7AD-81B324A0D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860850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F6CD694-CF36-43A2-9F3A-2327AEE3F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776287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40D8A7B4-0E94-4C71-A310-CA1013A5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783907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Gateway/provider tracing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CDD0D35B-741A-40E9-B005-0508E54B4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860850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{"via":"trace"}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0ADE87A-4A1D-41B5-B3B4-7AD7E8C1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776287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C4CB4CAA-CDEF-4C41-8800-CCCBE6E50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783907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OpenTelemetry-related metadata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D06A073-E1C7-412A-80D3-BCF658A9B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860850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{"trace_context":"otel_metadata"}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AB7FFF5-8FC1-48F2-8D01-5A0CB0E77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776287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D155030-8A3E-4574-B8D0-AFC1798F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783907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Request IDs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17BDF94D-66C7-499B-8F76-691FE32F4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860850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{"trace_context":"request_ids"}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DE50ABBC-D9D2-493F-B346-FBA05DE57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776287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3D37AD33-D6D2-43B7-982D-90ED913E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783907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LangSmith/runtime tracing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63A8C6AE-FAF6-4808-B11B-C9DEE84CC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860850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{"via":"trace"}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656DC8F-544C-4FB3-9BB5-58E76D15A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776287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30FB4DE8-5812-48D4-9260-C790C420A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783907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Optional traceparent and baggage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2E1DEE58-3AAA-4402-8AE8-BB63ECDDA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860850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{"via":"trace"}</a:t>
            </a:r>
          </a:p>
        </p:txBody>
      </p:sp>
      <p:cxnSp>
        <p:nvCxnSpPr>
          <p:cNvPr id="22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23B18EEF-F0A3-444B-B31B-D37883773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33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Source: user-provided screenshot; each populated cell shows description plus compact JSON; '-' indicates unsupported.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4EC6C824-B4CE-462E-A9BA-3B98E0FF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689134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E29FE1-F950-4E06-906B-5EA1D4316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Recommended canonical serving-control schema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533400" y="11620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E9B36A-99DD-4F12-9CC6-858B2EEE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85900"/>
            <a:ext cx="1438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this as the normalized object, then map each harness cell to the nearest available field, pass-through path, or unsupported marker.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44409C-FD93-4F84-BC42-4900AE2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9334500" cy="6438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871CC0-FF94-4282-B6D3-4B339BFA9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14600"/>
            <a:ext cx="8839200" cy="590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694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"scheduling": 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"priority":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"strict_priority":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"latency_sensitivity":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"qos_tier":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"expected_output_length":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"expected_interarrival_time":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"predicted_remaining_calls": "..."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"cache": 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"key":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"namespace":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"ttl":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"entry_type":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"eviction_priority":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"speculative_prefill": true,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"hit_feedback": "..."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"routing": 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"backend_instance_id":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"prefill_worker_id":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"decode_worker_id":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"dp_rank":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"sticky_routing":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"provider_routing_hint":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"cache_aware_placement": "..."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"affinity": 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"session_id":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"parent_session_id":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"prefix_id":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"trace_context": "..."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}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4E2F73-0EF7-4E72-8909-7D7ED9165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003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Mapping rules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45D419-851B-40FF-844D-916300A73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9718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Native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9CFDA0-94ED-47E2-AFBD-E90AD8F75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2575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Map to the exact field/path.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30109F-1939-4E2E-9331-4801DA2A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7909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F2FE9A-C3F3-4A8C-9358-59A51721D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0767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Keep the emitted field but note backend consumption separately.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197887-106B-4A79-8FA9-C96E818C1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6101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72B4F-3F29-4FAB-A7C8-8D824C4DA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8958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{"via":"pass_through"}; do not mark as native support.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CF5646-A5C9-42D0-88AA-C2289AB4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4292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4540D3-7B8E-46EA-88F9-B443287E4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7150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{"via":"middleware"}; implementation belongs outside the harness.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9502C1-C3C5-4601-8899-7D40031B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2484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6A21E0-AE66-4ECD-9E06-CE487137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{"via":"provider"}; attach provider constraints later.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9ADADF-EEA5-445A-BC28-4BC091211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70675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Unsupported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AF189A-F3A7-4554-ADD7-0549A0266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73533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'-' in slides; use support:'none' in machine-readable registries.</a:t>
            </a:r>
          </a:p>
        </p:txBody>
      </p:sp>
      <p:cxnSp>
        <p:nvCxnSpPr>
          <p:cNvPr id="40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1AA99F-7F55-416B-8217-C0EACB3AE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Recommendation artifact generated from the focused serving-plane signal set.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85F623-2D1E-47A8-8F58-1AC38639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9303136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2026-08-25T18:12:55.2310000Z</dcterms:created>
  <dcterms:modified xsi:type="dcterms:W3CDTF">2026-08-25T18:12:55.2310000Z</dcterms:modified>
</coreProperties>
</file>