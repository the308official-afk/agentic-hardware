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e1b5cb22da4f07" /><Relationship Type="http://schemas.openxmlformats.org/officeDocument/2006/relationships/extended-properties" Target="/docProps/app.xml" Id="R3f7e326f49a34bc6" /><Relationship Type="http://schemas.openxmlformats.org/officeDocument/2006/relationships/officeDocument" Target="/ppt/presentation.xml" Id="Rec12959c706340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a7b4fdcd554d4f"/>
  </p:sldMasterIdLst>
  <p:notesMasterIdLst>
    <p:notesMasterId xmlns:r="http://schemas.openxmlformats.org/officeDocument/2006/relationships" r:id="R1b0a2b7ae78f4544"/>
  </p:notesMasterIdLst>
  <p:sldIdLst>
    <p:sldId xmlns:r="http://schemas.openxmlformats.org/officeDocument/2006/relationships" id="256" r:id="Rbf8174c7fd62437c"/>
    <p:sldId xmlns:r="http://schemas.openxmlformats.org/officeDocument/2006/relationships" id="257" r:id="R83f7798e3da64040"/>
    <p:sldId xmlns:r="http://schemas.openxmlformats.org/officeDocument/2006/relationships" id="258" r:id="Rf76e29b8c5614d2a"/>
    <p:sldId xmlns:r="http://schemas.openxmlformats.org/officeDocument/2006/relationships" id="259" r:id="Rbd95a9ffcbb2464a"/>
    <p:sldId xmlns:r="http://schemas.openxmlformats.org/officeDocument/2006/relationships" id="260" r:id="Rd3d84990339d40a4"/>
    <p:sldId xmlns:r="http://schemas.openxmlformats.org/officeDocument/2006/relationships" id="261" r:id="R0a1bc7ef0d9a4fd3"/>
    <p:sldId xmlns:r="http://schemas.openxmlformats.org/officeDocument/2006/relationships" id="262" r:id="R00792db94b724d2e"/>
    <p:sldId xmlns:r="http://schemas.openxmlformats.org/officeDocument/2006/relationships" id="263" r:id="Racc9561ec4fd4ef0"/>
    <p:sldId xmlns:r="http://schemas.openxmlformats.org/officeDocument/2006/relationships" id="264" r:id="R27c0fa69cfc44a87"/>
    <p:sldId xmlns:r="http://schemas.openxmlformats.org/officeDocument/2006/relationships" id="265" r:id="R4585b7ad4ffe4a5b"/>
    <p:sldId xmlns:r="http://schemas.openxmlformats.org/officeDocument/2006/relationships" id="266" r:id="R4b4f928a94b3419a"/>
    <p:sldId xmlns:r="http://schemas.openxmlformats.org/officeDocument/2006/relationships" id="267" r:id="Red5f2d27f0ac4755"/>
    <p:sldId xmlns:r="http://schemas.openxmlformats.org/officeDocument/2006/relationships" id="268" r:id="Rf81a99a979534ebd"/>
    <p:sldId xmlns:r="http://schemas.openxmlformats.org/officeDocument/2006/relationships" id="269" r:id="R9a617420cd9049a3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19b487fe14447b" /><Relationship Type="http://schemas.openxmlformats.org/officeDocument/2006/relationships/slideMaster" Target="/ppt/slideMasters/slideMaster1.xml" Id="R4da7b4fdcd554d4f" /><Relationship Type="http://schemas.openxmlformats.org/officeDocument/2006/relationships/notesMaster" Target="/ppt/notesMasters/notesMaster1.xml" Id="R1b0a2b7ae78f4544" /><Relationship Type="http://schemas.openxmlformats.org/officeDocument/2006/relationships/presProps" Target="/ppt/presProps.xml" Id="Re1da28980d794a58" /><Relationship Type="http://schemas.openxmlformats.org/officeDocument/2006/relationships/tableStyles" Target="/ppt/tableStyles.xml" Id="R9a78d13f64614722" /><Relationship Type="http://schemas.openxmlformats.org/officeDocument/2006/relationships/slide" Target="/ppt/slides/slide1.xml" Id="Rbf8174c7fd62437c" /><Relationship Type="http://schemas.openxmlformats.org/officeDocument/2006/relationships/slide" Target="/ppt/slides/slide2.xml" Id="R83f7798e3da64040" /><Relationship Type="http://schemas.openxmlformats.org/officeDocument/2006/relationships/slide" Target="/ppt/slides/slide3.xml" Id="Rf76e29b8c5614d2a" /><Relationship Type="http://schemas.openxmlformats.org/officeDocument/2006/relationships/slide" Target="/ppt/slides/slide4.xml" Id="Rbd95a9ffcbb2464a" /><Relationship Type="http://schemas.openxmlformats.org/officeDocument/2006/relationships/slide" Target="/ppt/slides/slide5.xml" Id="Rd3d84990339d40a4" /><Relationship Type="http://schemas.openxmlformats.org/officeDocument/2006/relationships/slide" Target="/ppt/slides/slide6.xml" Id="R0a1bc7ef0d9a4fd3" /><Relationship Type="http://schemas.openxmlformats.org/officeDocument/2006/relationships/slide" Target="/ppt/slides/slide7.xml" Id="R00792db94b724d2e" /><Relationship Type="http://schemas.openxmlformats.org/officeDocument/2006/relationships/slide" Target="/ppt/slides/slide8.xml" Id="Racc9561ec4fd4ef0" /><Relationship Type="http://schemas.openxmlformats.org/officeDocument/2006/relationships/slide" Target="/ppt/slides/slide9.xml" Id="R27c0fa69cfc44a87" /><Relationship Type="http://schemas.openxmlformats.org/officeDocument/2006/relationships/slide" Target="/ppt/slides/slide10.xml" Id="R4585b7ad4ffe4a5b" /><Relationship Type="http://schemas.openxmlformats.org/officeDocument/2006/relationships/slide" Target="/ppt/slides/slide11.xml" Id="R4b4f928a94b3419a" /><Relationship Type="http://schemas.openxmlformats.org/officeDocument/2006/relationships/slide" Target="/ppt/slides/slide12.xml" Id="Red5f2d27f0ac4755" /><Relationship Type="http://schemas.openxmlformats.org/officeDocument/2006/relationships/slide" Target="/ppt/slides/slide13.xml" Id="Rf81a99a979534ebd" /><Relationship Type="http://schemas.openxmlformats.org/officeDocument/2006/relationships/slide" Target="/ppt/slides/slide14.xml" Id="R9a617420cd9049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c685db1e034c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4b6f88e4754a5e" /><Relationship Type="http://schemas.openxmlformats.org/officeDocument/2006/relationships/notesMaster" Target="/ppt/notesMasters/notesMaster1.xml" Id="Ra338242c1df845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2a8d2d092f4b8a" /><Relationship Type="http://schemas.openxmlformats.org/officeDocument/2006/relationships/notesMaster" Target="/ppt/notesMasters/notesMaster1.xml" Id="Rc44e3f8da3ce49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a92b6b51f24553" /><Relationship Type="http://schemas.openxmlformats.org/officeDocument/2006/relationships/notesMaster" Target="/ppt/notesMasters/notesMaster1.xml" Id="R8cf4e16ed5f841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e263271d634963" /><Relationship Type="http://schemas.openxmlformats.org/officeDocument/2006/relationships/notesMaster" Target="/ppt/notesMasters/notesMaster1.xml" Id="R7e0bbe62ead848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3e45e89ab84362" /><Relationship Type="http://schemas.openxmlformats.org/officeDocument/2006/relationships/notesMaster" Target="/ppt/notesMasters/notesMaster1.xml" Id="R4518931771ea4f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b819afffbe49c0" /><Relationship Type="http://schemas.openxmlformats.org/officeDocument/2006/relationships/notesMaster" Target="/ppt/notesMasters/notesMaster1.xml" Id="R45a8dd6f3f654d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c97fc400b745ee" /><Relationship Type="http://schemas.openxmlformats.org/officeDocument/2006/relationships/notesMaster" Target="/ppt/notesMasters/notesMaster1.xml" Id="R7a67eafb7d1b4f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1fb63e221d4c84" /><Relationship Type="http://schemas.openxmlformats.org/officeDocument/2006/relationships/notesMaster" Target="/ppt/notesMasters/notesMaster1.xml" Id="Rcd4fd0e62b8d49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0830f7a30947bd" /><Relationship Type="http://schemas.openxmlformats.org/officeDocument/2006/relationships/notesMaster" Target="/ppt/notesMasters/notesMaster1.xml" Id="Rabfb4015e76241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a6daee40ec40c6" /><Relationship Type="http://schemas.openxmlformats.org/officeDocument/2006/relationships/notesMaster" Target="/ppt/notesMasters/notesMaster1.xml" Id="Rb43a0a45803b48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dc19d654f74ef0" /><Relationship Type="http://schemas.openxmlformats.org/officeDocument/2006/relationships/notesMaster" Target="/ppt/notesMasters/notesMaster1.xml" Id="R3cde0143629443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fa2387944d4621" /><Relationship Type="http://schemas.openxmlformats.org/officeDocument/2006/relationships/notesMaster" Target="/ppt/notesMasters/notesMaster1.xml" Id="R6bcb49d3158546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dad761613f47cf" /><Relationship Type="http://schemas.openxmlformats.org/officeDocument/2006/relationships/notesMaster" Target="/ppt/notesMasters/notesMaster1.xml" Id="R871d62b4214c4f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f6aa2429db4b62" /><Relationship Type="http://schemas.openxmlformats.org/officeDocument/2006/relationships/notesMaster" Target="/ppt/notesMasters/notesMaster1.xml" Id="R617ad5bfd64744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 and scheduling/workload prediction hints.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</a:t>
            </a:r>
          </a:p>
          <a:p xmlns:a="http://schemas.openxmlformats.org/drawingml/2006/main">
            <a:r>
              <a:t>- https://github.com/earendil-works/pi</a:t>
            </a:r>
          </a:p>
          <a:p xmlns:a="http://schemas.openxmlformats.org/drawingml/2006/main">
            <a:r>
              <a:t>- https://opencode.ai/</a:t>
            </a:r>
          </a:p>
          <a:p xmlns:a="http://schemas.openxmlformats.org/drawingml/2006/main">
            <a:r>
              <a:t>- https://opencode.ai/docs/</a:t>
            </a:r>
          </a:p>
          <a:p xmlns:a="http://schemas.openxmlformats.org/drawingml/2006/main">
            <a:r>
              <a:t>- https://docs.openclaw.ai/plugins/sdk-agent-harness</a:t>
            </a:r>
          </a:p>
          <a:p xmlns:a="http://schemas.openxmlformats.org/drawingml/2006/main">
            <a:r>
              <a:t>- https://docs.openclaw.ai/tools/plugin</a:t>
            </a:r>
          </a:p>
          <a:p xmlns:a="http://schemas.openxmlformats.org/drawingml/2006/main">
            <a:r>
              <a:t>- https://hermes-agent.nousresearch.com/docs/</a:t>
            </a:r>
          </a:p>
          <a:p xmlns:a="http://schemas.openxmlformats.org/drawingml/2006/main">
            <a:r>
              <a:t>- https://github.com/NousResearch/hermes-agent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6dce1183f047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217fdc742a45b9" /><Relationship Type="http://schemas.openxmlformats.org/officeDocument/2006/relationships/slideLayout" Target="/ppt/slideLayouts/slideLayout1.xml" Id="R271585d0d50141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1585d0d50141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c763d84924ef3" /><Relationship Type="http://schemas.openxmlformats.org/officeDocument/2006/relationships/notesSlide" Target="/ppt/notesSlides/notesSlide1.xml" Id="R795a7ca5b34d45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c5ebd6f264277" /><Relationship Type="http://schemas.openxmlformats.org/officeDocument/2006/relationships/notesSlide" Target="/ppt/notesSlides/notesSlide2.xml" Id="R1b576e95ad8b46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9b18af28e4e42" /><Relationship Type="http://schemas.openxmlformats.org/officeDocument/2006/relationships/notesSlide" Target="/ppt/notesSlides/notesSlide3.xml" Id="Rcca457e6ebf74e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6f29f8bb04998" /><Relationship Type="http://schemas.openxmlformats.org/officeDocument/2006/relationships/notesSlide" Target="/ppt/notesSlides/notesSlide4.xml" Id="R8506bc2d6ef640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0f5bb7e224922" /><Relationship Type="http://schemas.openxmlformats.org/officeDocument/2006/relationships/notesSlide" Target="/ppt/notesSlides/notesSlide5.xml" Id="R8b4ec19a9bb644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e0ef3934340d6" /><Relationship Type="http://schemas.openxmlformats.org/officeDocument/2006/relationships/notesSlide" Target="/ppt/notesSlides/notesSlide6.xml" Id="R1bba2fd2478b4e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6cd35b7f34e19" /><Relationship Type="http://schemas.openxmlformats.org/officeDocument/2006/relationships/notesSlide" Target="/ppt/notesSlides/notesSlide7.xml" Id="R2719bdc4475048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03c1462de45f9" /><Relationship Type="http://schemas.openxmlformats.org/officeDocument/2006/relationships/notesSlide" Target="/ppt/notesSlides/notesSlide8.xml" Id="Rbc8fd00364de45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3b6ce8c9e4ec8" /><Relationship Type="http://schemas.openxmlformats.org/officeDocument/2006/relationships/notesSlide" Target="/ppt/notesSlides/notesSlide9.xml" Id="R32af5e8f2dff48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2ddc7fc5c42df" /><Relationship Type="http://schemas.openxmlformats.org/officeDocument/2006/relationships/notesSlide" Target="/ppt/notesSlides/notesSlide10.xml" Id="Rd893cb14fed14a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81f38c8304c28" /><Relationship Type="http://schemas.openxmlformats.org/officeDocument/2006/relationships/notesSlide" Target="/ppt/notesSlides/notesSlide11.xml" Id="R402910d2e8bd46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47ea1af58409a" /><Relationship Type="http://schemas.openxmlformats.org/officeDocument/2006/relationships/notesSlide" Target="/ppt/notesSlides/notesSlide12.xml" Id="R9a859b8a632c47f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597674f924376" /><Relationship Type="http://schemas.openxmlformats.org/officeDocument/2006/relationships/notesSlide" Target="/ppt/notesSlides/notesSlide13.xml" Id="Rdcdbee2c6f5647b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769e1fa774031" /><Relationship Type="http://schemas.openxmlformats.org/officeDocument/2006/relationships/notesSlide" Target="/ppt/notesSlides/notesSlide14.xml" Id="R383f613113b84e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D9F5F08-5F79-4A74-8F11-E944AA91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F4C7B5-E4FD-4C02-8F87-AA5C8654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DCBDF-B5DB-4D42-8476-B33F4060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361F8-BADF-4220-9DE8-BB35688B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A1716-A3CA-4CCD-B7CE-F198E467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36DC3-86E3-48B7-90C0-52A0DFB6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44216-C6E7-4456-84F2-FBFF0D21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7D1F4-F4BF-498C-8F33-7A334D55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5C0391-DF8D-4485-A6DF-551D0160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9A52E-E322-44FC-9B69-58D49353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17F577-89EE-4307-996D-EFD93DD1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31AA6-4C24-4F72-B320-0697E651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BC3666-D985-499F-B26A-D0721146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752D99-ADB8-4F59-B405-A6163A7A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2E7334-D4CE-45C8-B1E9-E2A81C67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66DD10-70D4-4C4D-B381-6FD2307D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631314-2C57-47D8-9475-CBCCC6F9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21F07D-9F5F-4032-88EA-5421624F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B96848-D0A4-47EB-99EF-0A698D0D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24B15-9D50-49EC-801A-5A88E5D7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E9C063-C512-47F1-A2F2-40E0EE6B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592959-DF93-4623-A3A8-467E2D1E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595397-09AA-4D8D-B436-5D8DB255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FEBEC8-64EA-4036-A978-8D1FD9CF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AF9A09-4784-4AF2-939A-A501C8F6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80F4C-442A-4084-A1A8-6DE269A8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94014B-6F25-40F1-8E00-FCF1A843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F6A604-393B-45CE-9A00-623648B0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60FC53-26E1-491B-83D0-37028795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BC4005-233F-41EB-974A-0ED372B6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98CA78-8EB0-40B1-9CFC-2C26315B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31B7FF-4203-47D8-A3BE-C7BEE05E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A0A04C-F9E4-4496-BBCF-187F3D32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BBAA50-B666-43EC-8E53-086D6DC7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B0C66C-3C07-40FD-A14D-8F6355D7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3D507E-FA5E-4CC3-83D6-873A4639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7E21CB-B9ED-484B-B11D-B39782A4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1D5602-0F90-4B00-9BCC-BFF30E39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CA2F49-C540-44F6-9DE7-F65CEDD8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EBD669-A24A-4C2B-B52D-C28253BC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C6EC68-8DC9-4716-BC8D-6552729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E5AE18-6ACA-4595-98D8-126329A7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4BE0FD-FF6D-4D2E-ACA3-E16EF9F5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69896C-D133-4F0C-A366-1EA3C590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DE6A45-27C4-42C6-9718-AF7F86E4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A66235-BFCC-43AB-95A4-100D95A3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AFAC6F-72A6-47D8-9337-1B08B8D1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552650-0107-4288-AA81-EC8DE197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C6F862-673C-462F-B7A7-1A65437D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FE10AD-4FDB-410C-A775-07CE1A73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09ACB1-A1BD-4F3B-8688-599646C2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8531B78-1479-4E79-AABB-16950C64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11CDC1-3E70-447C-90C0-5EE2A2BC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0A5E009-8C78-433E-95FC-97A1E328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AC4C10F-CCF2-42B9-9884-47A2D344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151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811EB-1C7E-4C41-A13B-70681699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F48B3-5213-4EEF-8B51-7C14ED61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35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how serving load is predicted,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2B8FF-667A-4FD9-AEA5-7548674F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A156F-3415-4C5B-9B54-37613AD9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1B293-E0D1-4CB8-B649-11C0A3E6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D27B9-CDE9-42F4-A933-5401EB58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total_requests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506FF-7B0E-426A-AC51-77EA2602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496E69-996D-4425-BCC1-3AA0B339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7FF48-64BC-4EFD-83E5-72BF6DA1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F3EDA2-F74B-4BCC-814B-47B94168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7FC109-FD4B-47BC-B1AC-783C4692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 of scope for this research pass: routing, placement, worker selection, affinity identity, general reasoning controls, lifecycle metadata, and broad observability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EC806-57DF-4A51-B28B-3885688A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1466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NeMo/NAT NVIDIA-extension hint bundle: priority, latency_sensitivity, osl, prefix_id, total_requests, iat.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D010B2-421B-4C7B-A1D3-9C0F68BF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scheduling/workload prediction or KV/prompt-cache handling.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53365-ABBB-4467-A35B-0E256665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598928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E3A0C80-3102-4B80-926D-E5292907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New harnesses added to the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08D06-8E0E-45F1-AD88-85CE55E4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additions are distinct agent harnesses, but they are evaluated only for scheduling/workload and KV/prompt-cache signals.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28F47-B331-40F0-9B97-539C3F3A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1426E-FF86-4E03-837E-8F649606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CAC44-53B2-49E9-8365-CAAFEAF5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B604C-2DD9-4608-8D92-24A3BA72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764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C49EB1-07B7-4D1C-8EF9-E10C46FA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971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15D1E-0D77-404D-B6B6-543E0B71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764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E64DA-2154-483E-A62F-6A25E929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1790700"/>
            <a:ext cx="3733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88705-0973-4AD9-9072-73AFDAE1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1876425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Verified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B0EAA-F88A-4BE8-8C5F-BBFF9694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561DEC-8E82-4377-9027-713801C4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1B3D3-546C-4AAE-A5A3-F3A81C08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431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377FDE-AB18-43B8-AB33-EB18527B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7650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20F124-4F09-413F-ADF2-D3DC7952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1AAD0-6D37-4E5E-8934-499DB2B3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lightweight agent harness; worth evaluating separately. Pi describes itself as a minimal agent harness, and its repo identifies Pi Agent Harness components.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94B544-28C1-4463-BFDC-02A7CD41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234315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5F2AA2-F3A2-420C-B7C4-D433D59A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47650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pi.dev; GitHub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55C3E0-DA29-4813-8243-6D568007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9570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DF4B9D-E70D-4223-B830-CFD7BC41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EC1A86-011D-49D9-9B4B-54DAE39C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9570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9BA691-F36F-409D-ACD9-F10171270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2905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FAEEAD-E6CA-4AF5-873C-99D4C715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DE26CC-1C50-4F36-9BB5-678B5F55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open-source coding agent/harness with terminal, desktop, and IDE surfaces.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22B54D-ADCA-4F87-81D5-0EC06731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69570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2CB2D6-F2E5-4B4B-B5EE-BCB6468B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382905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opencode.ai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20DEFB-DAEA-4F36-A182-6F931596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97B7D6-818D-4ACF-A093-CE472F81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251B59-CC69-4DA9-BC61-F5A3961F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482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1835A2-7CB8-4424-97FD-C4D81929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8160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4F25B1-8002-4783-904C-E29A511C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4825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EE8228-F295-4A53-A658-78ACF9DC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8160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agent runtime and plugin harness ecosystem. It has explicit agent harness plugin docs, so it fits this comparison.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808648-ECCF-4A05-B706-B6E88037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504825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C72306-A012-4B78-BA77-553D758C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518160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OpenClaw docs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B411A0-EE5F-4F56-9314-34F68341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0080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0EA5D7-6DB1-40D0-A649-30FBD1FF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53415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E05387-2C35-4859-9F36-E129E70E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0080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86A1E6-2F6D-45D9-A5E0-D124B893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3415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6799CE-50E3-4852-9696-E4DFCC26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40080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3085EC-62C8-4468-8A3C-07E92F9D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53415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Nous Research agent harness with memory, skills, messaging, and long-running behavior.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D7D2AA-2F9F-48B5-B6AA-FDCA9127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640080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6041F6-5AA6-4F00-88BF-3389294E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653415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Hermes docs; GitHub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756323B-7470-4A60-B5BE-8EEB760D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15300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Excluded as already covered: NeMo/NAT, Qwen Code, Codex, Claude Code, Dynamo, and Deep Agents.</a:t>
            </a:r>
          </a:p>
        </p:txBody>
      </p:sp>
      <p:cxnSp>
        <p:nvCxnSpPr>
          <p:cNvPr id="9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4E7205-6380-421E-AD53-12EB1131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New additions verified against official docs and repositories.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87993B-A492-4033-9147-1DB89B8A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464270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5DC39E-AD14-4455-8F62-3A72DEEB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E9A870-28C2-47C6-9170-EDC506E7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when a request should run and how much capacity it may need.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8C9F1-CC73-4CAA-B9A0-CF960614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86263-FB9D-45AB-BC7E-5E095194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DB29A-29D7-4A21-AA55-774B3D3D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972B72-6E11-4C46-9783-966CA515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EC521C-8FBA-4D4D-9D3D-88083BA3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746E87-A19D-4C5C-865A-E222EB56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serving system how important a request is. Higher-priority requests may be run before lower-priority 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E1784F-FE54-4DFE-923B-68CDBF74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30790-9FEB-4FD1-8B25-A9F6FD4D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latency_sensitivity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93E4B9-42E1-4A12-92AA-55A6E333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718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system how much the request cares about speed. A highly latency-sensitive request should avoid waiting if possible.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A2A68-47A9-4C14-8A98-B87C5875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87397C-6D92-48CE-AD0F-15300735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osl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706260-F6E9-4A65-BCCC-B8436661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74345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output sequence length or expected output length. It tells the system roughly how many tokens the model may generate, so the scheduler can plan capacity.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2A28CE-48ED-40AC-B555-7FBE0A61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072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06B60F-4DA8-4BE1-B5D9-A1AD0CCF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prefix_id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69C961-3E14-418D-9AC1-40416B30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1502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label for a shared prompt prefix or workflow. If multiple requests share the same beginning, this helps the system reuse cached KV state.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5A7014-C3FD-472B-BF08-32DA5F87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723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FFFA0F-5E7E-4A89-A286-501C1E0B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056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total_requests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D58D7F-B47A-453F-873F-19C47C6D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0866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about how many related requests are expected in the workflow. This helps the system predict future load.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14D640-9266-4E8E-A79A-C3EF82AF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438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7ACF09-E0D4-410C-AEB4-92488630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2772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iat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D74532-017D-4F8D-9B58-A75C2D20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82581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inter-arrival time. It hints how much time may pass between related requests, helping the scheduler anticipate bursts or gaps.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B9594-C075-41CF-9A91-FDC8FDBA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2983CE-C28B-465A-96A5-366DE762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15538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E08546-12BE-4094-99CC-50D9CDF8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and cache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508F0-44EF-4A89-B323-762DC8C7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what prompt or KV work can be reused and how cache entries should be separated or retained.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8F962-BCC7-43BF-BFF3-34267175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60721-3ED7-4297-B674-6C998A37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00015-FE03-43D7-AC63-D13004A0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8C5BA2-3B2D-4198-A75D-F943C9D5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B1A8C9-E7BD-424C-925A-D373B26E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prompt_cache_key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D710A-5534-4466-B1C7-EB88F1AA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stable key for identifying a reusable prompt prefix. If the same key appears again, the system may reuse cached prompt/KV work.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0A8DE-80C5-409E-9B73-4B0AF275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2E5F16-23F3-48E8-8A5E-705E592D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DA534D-1466-4415-8F9B-D3698AEC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Instructions about how cache should behave. For example: whether to cache, how long to keep it, or what kind of cache entry it 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2D116-D81D-4C4E-986D-F661C578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D4879-309E-486B-844F-CDD35554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cache_salt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6743C4-F9E2-4E73-8961-77BE8E8F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namespace separator for cache entries. It prevents two users, tenants, or workloads from accidentally sharing the same cache entry even if their prompt text looks similar.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BBBD46-95CC-4B3A-B14E-F92D67E3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B489FA-5961-4467-BB7B-7BE07510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speculative_prefill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A10B69-06E6-4191-9A93-FB0B348C9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to prepare or precompute part of the prompt before it is definitely needed. It can reduce latency if the prediction is right.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28C7F7-DB19-4723-8097-30187E89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F41A61-42FF-45DC-80CD-9D1531C1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001241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5854EF4-71A0-4DD0-A33F-FC3B9C34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hints — Dynamo, NAT, Claude, Codex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50B9E-6F7B-461B-ACFB-BBFD859E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11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34337-BD54-4C76-8282-07BC485A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DECC8-F7EA-4995-94A0-E9BA0B5D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10EB9-125C-4398-A9CA-74932AC2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45E76-F657-41D4-B64A-47A234C9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C7314-C551-4A78-8FAC-47AA5112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EA1078-1FC5-4DD5-AB34-9DD41754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C99B3-5892-47F8-A76A-3CF8BD0F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231CE-9949-4228-A3C5-3B7965AE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DFDE7F-BDAA-4468-B45C-FFF53D23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D41BAF-7B86-477B-AD56-23C0FF77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F4EC6-D01F-4F0E-BE80-F4E2811C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AC467-289C-4AC8-9D1E-E8AC023E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A28E56-7D6E-4935-A65D-1AE50673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D896A-5EC1-4718-B33E-6DE1EE2C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64590-9D23-4BA9-ADC1-C4FC0D40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572DA-8265-43FB-A266-700B9199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72A2D8-A175-45EB-8C1E-F106C27C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DCD1C7-66EA-463A-B365-47B22D07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955A7A-3923-4652-91F2-4F65B126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BACDEC-7B22-4384-B389-2DBEC213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23907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192F5C-A864-4262-A0A2-CE3B1727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D409F-2AFC-4EAA-AFE2-428C5D87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23907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4BE1D3-033F-4D59-B403-57BBC629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A11661-E4A2-49B5-91D3-0AC92E26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50CECC-4339-4A68-B4BD-D401117B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6FBC82-0BE2-4424-9DE2-5D95D8F7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0F7952-B8CC-4454-8D6F-E789CAD0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C69571-B8DD-4C4D-8384-EB6C7BD4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A8BFD8-E45A-4666-88ED-99DB68E9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34F078-E1F4-4F9A-A428-CD45EAFB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DDF047-390B-474B-9F34-D4C0F4D5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A8CBBC-2F46-4349-AD8A-B9421412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062D3C-C6A3-4BA8-AE5D-38ADACA1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D289FA-2502-4A52-B17E-B1855D8C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4D2662-3E92-4591-A06E-22914CBF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E8A8BF-7470-4C2B-9DDC-487C422C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73877D-288D-422F-BFD1-15F9517D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 field; removed from current schema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A3BAFF-3D1B-408E-AE8A-DE02C426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{"legacy":"latency_sensitivity"}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82268E-10E5-4EE3-8316-B1059030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504EFE-99EE-48E3-98A6-32BE4A3E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4D57DC-F1B4-4B09-A1FF-6EE458DE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76E3C7-1DD1-42DF-8C27-E21219FC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662A58-1A1A-404D-B2BB-B4B5D289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D55F097-74F4-40E3-8E30-3FCBE848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449636-8B52-4D0F-B712-38B51628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0DE44B-27A2-411A-8705-3CED724F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31B5F5-EA69-412E-A5E4-98F0506B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5E2F0D4-2583-4835-B612-95F56EA6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16A183-3C29-42B7-9F62-40AF45C6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048AC21-F655-4722-97D5-A26420A8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D43765-2C41-4E93-B786-36E9FDAD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BF1F85B-A392-4472-B8AF-4818601B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27BE62-DE6B-4C11-894A-8384B3E8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AB6E05C-F648-4F7F-9BAD-29B44F52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476703-B669-4F58-A346-1D02B3D9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94A6A4E-A8A1-42BB-BDC9-2FFE4081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6B869EC-FE77-49A9-9005-F5ACD696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4737D1E-AAD7-4CC7-853E-594E1D82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342C399-C34A-4B0D-A6C2-733A21D7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79A2586-8DBB-46C7-9E48-1D5869A7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102FF20-0C55-48E5-8106-169ADC92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01EC083-C888-4D15-A925-253F2880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AEACF5-0A2B-439E-AAF2-C72DC5F8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29BBEF-3CFD-4BD3-9AAC-532536E8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607D5B9-C652-4E63-9FD0-BFF36DCF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38D7303-021D-4F28-8344-B6ECD242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CBB221E-0E2E-42DB-999A-9FDE14D9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626C78-B337-4481-BCFC-46AC0A14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14DDA7C-392D-4C3D-B649-7D3D863B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E9B27F6-1F91-45F8-A270-F9E28E30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B5D3DD1-EEC9-41DA-9B79-CB98AB39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0BECD63-046B-4ADF-97A4-A926BCE5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DCE36B-7212-4D13-B1D0-180F9489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F812E47-1B55-411F-BF44-907F799B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4CB1DC-0BAE-449E-B603-543B1D41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7E16F48-F930-4157-9C9F-340FC128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9056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D441B07-B37E-4738-A2A0-A3C9335B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72456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2D7539B-2E03-4907-98E7-076E730A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88E768D-7267-4889-AFD0-62373E58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8B1948D-2DE9-4B66-8BC5-ED52FFC5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47B42F6-6451-45D0-985D-431C2079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794550E-B260-470A-AA26-A60CAECC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044FC2B-974A-4E80-B94F-D7FD5686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B91A256-BCCC-4815-BA7D-8479C8EF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F533DCC-FE20-42A5-9C69-C68E0547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200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E283CB4-F758-49AC-B11A-41FB0B88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176DE61-6A1C-4939-8F8F-DD0C8A24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DA99F58-3B8A-41C7-951F-F74C7A9A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4CE9846-B76D-4455-9322-F34606B8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B65FAC4-32FA-491B-9CF9-383A2F9D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78200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2CDEB4B-3827-498F-A9F7-78E82BC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0DE0F76-3641-4039-90F9-2324BAF3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78200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B7974F4-FDBA-4A15-AB40-921D6054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BBF194D-6515-48A1-AF1E-4C57014C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FB6811E-AE8E-4DF4-95E9-86189BE7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4FFBF9A-2E86-48EF-B3A9-15F4232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F411A36-6109-4913-889C-742BBD32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27CEFC6-C9F9-4B0C-A0F3-81BD8DE3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BBF5FC6-C909-4924-B9AA-B48A52BC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170879D-FB6E-4820-BF07-1EF33464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19AB81D-1929-48F8-BA84-EB5EF0F6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59AF3B2-5AB7-43AF-B7B8-29683C7F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438E142-2603-450C-B35F-D276F7B7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530D5C0-528D-4BE5-A20F-3EA85CB7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511D35FE-B1B0-4CEC-84FF-DF071A92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7A35DED-01D5-4E6B-A8AB-5F7912D6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cxnSp>
        <p:nvCxnSpPr>
          <p:cNvPr id="22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A563987-7315-4A83-A675-E5E9D6BC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D94F684-F89F-4C2D-BF66-AA5E6CA4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545239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AD49A55-F417-4321-A182-C076A07F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hints — DeepSeek, Deep Agents, Qwen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90927-6066-40A0-91A4-1667EA24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97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D6A96-52C9-48CA-A956-BCEA00D2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A7527-A33F-4013-8091-A6C1A669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1E769-A770-4979-8767-B92F8F96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E23B81-352A-4C1F-A888-186238EF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DE7E8-FC87-402F-AAAE-5C9B5817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C8FB85-60D3-4322-950D-8C27E99F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F06BF-591E-47D0-A0F0-E243ECA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E2BD45-3873-41F2-8A63-2A0A1C89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8C647-892B-4A94-AE3A-86491691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17EAF6-DB98-4F9D-8635-4F800E8D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2828C-A778-45CA-9A7F-19F22B32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FFCB4B-1806-4E3C-A644-B37AD4A3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907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6D910-6957-46A7-ACE6-78292248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C56A4E-A838-44AF-B359-780CB8DF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 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48807-57D0-411D-A985-1C35F2AC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5F259-D57B-4F4F-98A7-7F396A03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68CF2-9EF3-47C0-920A-411E9750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extra_body pass-through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E06C9-5395-47E5-8576-AB978066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{"via":"pass_through","priority":"extra_body"}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7DC4B3-5DC9-4D02-9B02-7EA1F1E1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55F54-3078-4CBB-B2BF-FFF4CCB5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84849D-32BD-4292-830F-882E7DC8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BDDFFD-D930-4BF7-8FF4-137E0316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956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2B33C8-6E64-4C94-9D18-12C0CCBC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206475-E223-455C-A9CE-BE57C25B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2861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C0480-419A-4FCC-BB67-99A807D8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6261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01898E-EBFB-4839-BE78-EEE2FE43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9F625E-755C-4050-8258-F1EA6883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2861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23D301-F7A1-4790-B808-AB9611E4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6261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F902EE-BBA7-414C-AA2C-A4C0EAF8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4B137E-88F6-45C4-902D-3D0DBFC4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7A696A-DDD4-427D-94C5-B661AA37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702D84-673B-4E90-A990-1090B2E5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2005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006E35-1FCB-4800-9CF1-D52A1F6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7A2461-AB05-4AFE-B7AD-C7A604DC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6D3248-B20C-4FAB-8462-92F98F33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9E0416-2ECB-49E3-97D2-E7E60C49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4B319E-8F40-48BB-878A-3B75618E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74BF00-1B0A-4378-9DAB-6B508663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6284C0-E7D3-4D80-A131-EBB4A7A5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E67DAC-21DB-4CFA-9771-7C7D948E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E0DCC3-6E5C-4201-B6E4-535DE599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5E30EF-88A4-4E9E-948B-A690220A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5970A1-8F67-4F33-A459-833078F8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DD433B-1429-4EA1-87E0-9086AB50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C62E37-6E8B-41AC-B3BF-28CD5B8A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8727CB-1BC4-4A9C-92F8-AFA0888B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CE8444-F944-4756-88F5-D6365E6D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07EE56-9865-4545-9F09-DE2A92BC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9733A9-DA2C-4EB4-85EA-593E54AB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7161C0-7F8B-4EFE-9587-9844AE0F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50C9552-1AA5-4A93-9488-6AF58587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D8E9A0-9EE9-42EF-92F2-B8F7C15A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102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B1F28A7-6AB1-4E77-9FBD-7EBB69DE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AB28DDA-775F-455F-A17E-59D8885E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0007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infer internally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F749B2-3F25-405F-9AC3-E8CC8D63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3407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02026A-49DE-4B0A-9666-D17D5E6A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B045A2-F518-4F4F-A6AC-BE7314A6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0007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280CE9-90C8-4D56-AA51-92EBEC4A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3407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35DC2A7-B7D6-4147-8910-162959CC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DC49C94-8B44-421A-91FF-16C3EDD9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5065F1E-2232-4199-B2F6-62600248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FB9AD86-78D5-4CC2-A89C-DF683A02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A7E92CF-DF1A-4094-A0FD-7E6AF5F1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D2E004F-C836-4BF7-8103-7C287B06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58C5576-84DA-49AD-8871-1BB2B3A0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4AE397-FC72-466E-9E80-0A71A4F5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9056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D05B97D-6B3C-4D45-A98C-EBCBDF8F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2456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8F75C11-DD50-442A-96FD-D6754822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2D0F66C-2DF4-4175-A2CB-C0221045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ED33BA1-413B-4C89-BBC6-685184E5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B75359-4F4F-4166-B04C-DC7409DD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2002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4006261-7A10-499A-8A8A-48281A7A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AFE327E-1452-414E-B0F4-0DDD8217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 may know internally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4F8D278-9B95-4B87-95F3-CBA6094C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02CAC8B-21F7-4B22-80B8-064E3379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DF90F63-C55F-415D-BA8C-1349C883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E8C5FE4-07C8-4B90-875B-ED993D49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2332C32-A1B5-474A-897B-7BAA4E63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C9BC5A1-D802-4E90-9DA3-F051E339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929BC49-0599-4816-A582-31908BB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62095B0-AE03-4C21-8CCF-CC9DDD43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38F21BA-634A-498C-81D7-A5006C90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CDA200-3E40-48AF-B6DF-C2C9250F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A9DB9D1-6426-41FD-8050-F1AE29F3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8D96D06-B084-4866-B7BC-BE5652B8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1C57099-1E78-4113-9787-674887FD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BA14270-A371-4BAB-9B41-C197A588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DDB7860-6E38-449E-ABD9-A40E0459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186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AE113CC-E875-4529-B662-AD3C08CB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92FE364-2F5C-4ECB-B1A3-A1E70892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22083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EA2676A-CC70-4355-A299-536691D2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prompt cache — Dynamo, NAT, Claude, Codex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6B078-40EC-41DA-9FBE-6783C3F4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21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8D6CB-996B-420A-B0DC-6C34E9EB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79824-3510-4F9F-A807-2FB54522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F3BA5-B6EC-4F73-8B5B-52B97F32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AB337A-0684-4788-865E-51FCB8B8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C5887C-E7F9-4595-9749-B2730FD8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3FE61-EEAF-410B-8827-A542F3E9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1C25B8-0DB2-4F4F-A76B-466F4F8F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6AEB5-0FD9-44EB-8704-99611F5C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5E682-F09D-4049-A861-00ED4B9D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1695450"/>
            <a:ext cx="3669506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C6CE7-8333-4CB3-84E0-A09BB2DB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1781175"/>
            <a:ext cx="347900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B996B1-8DAD-48CF-B94B-4CFE93DC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24CD4E-FF77-45BF-988C-DB8298A1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60958B-2841-427C-B936-A5051E9E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32668-7226-4805-8D57-55D6554F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BDF0A2-8BAF-4E18-8E66-99FCE40C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A1742B-2E61-409C-84DE-B54FFC06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072C23-93D4-44C3-A1CA-B959AE85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D8CA74-49C1-41C4-9366-5B6A3064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6CA905-2BFB-4BDA-A4AE-9D749A34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2D2E7B-9483-450D-98A0-5AA97480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A93868-2335-4062-96CE-408C43BA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1E4A0B-64AB-4D55-9525-3015B4D0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23050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336E4D-449C-4434-97A8-EBB8237D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23812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A3ABF9-EF09-481E-9696-EB8FF0FB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27212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38E2BD-6079-4C99-83D5-EFBA7AE1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8EE9CA-047F-4E7C-AC9B-C9CEC885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DB9B6D-1156-444E-99C2-0E6FC539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CD6C42-BFF1-4279-ABCF-486BF16E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1A0328-F590-48A0-85BA-DE70B480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57A936-A3A3-46DC-BC60-2F5BBC55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70A009-4960-445C-B643-ABF492F8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187E87-41A5-4EB4-A64A-B7AABBDB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0AAE11-FE11-4109-82B7-93167FCA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1DA041-55EE-4640-A10B-1972EA8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32956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158151-E8AF-44D2-99EC-8441BA75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32099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47E22F-6AE4-4EFA-8E54-83F0694D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32861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8787C4-38AF-46F7-B383-A1E32873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36261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5CD2B5-7AFA-40D5-AAFD-2D59BB76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CCF177-086A-436B-881B-7B3934ED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8D6735-7E68-4F13-B5C4-0B29E938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6E91C8-FA0F-4746-B735-D634C2DC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20052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1D7D96-2B29-4926-A781-67739186C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70FF8AF-BC1A-45DA-A9F0-06EEA47F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FFF106-E08B-49FD-88BA-5835B06B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51169B-231E-4BA6-9873-073BED2E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89FBF5-3F73-4B9F-B0EE-463F118E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920E4D-D2CE-4597-A53B-139D82BC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21B1F58-AA0E-4E1A-8CD3-89200E13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41148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0F3A9F-F0D7-4D67-97B4-28F5A101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41910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2240B7-0579-4F05-97DF-4680F4F8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45310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0C413C8-727B-4853-B7B3-8F94BD6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E6E522F-0D47-4DAC-95BA-569AF558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E07A9CF-85E9-4474-94E5-05A6B2FD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7592C86-8B91-4977-8127-7DC76E2E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0D440CD-F5F7-4FF0-8A90-8C9FC401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22D5AF-C56F-45CC-A068-A4C84AAE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83993F-8920-4CC3-B178-2915FA5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EC8A2C1-B133-42FD-BCE3-6D4EBD7F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79D297A-D642-463F-9DE4-255CB49C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0958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D1B837D-8882-49AB-B9B8-9E2DF185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54359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13CDA1-CAA6-4124-AA44-1E7CAE0F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0196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543D6B2-0F4A-4FA0-AC04-3292064D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51054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67BACD-8FA2-4326-8692-156516CC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AF9C37-7787-4C8F-857C-D8706648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EF7B31-2E74-47B7-AABF-A559DC39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819B582-6DD5-4022-96FE-4C114D7A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E57F005-A3F4-42F3-A26B-EB785975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B5CABCB-7C21-4885-B207-F951F408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A059B7F-9958-4BDC-A867-D8FD6155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00075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CBA1C18-EB11-46BC-8B58-3E72646C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34079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D147888-313D-44E3-A796-127118EA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50DD37-E659-4C3F-93AC-A951DFE0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03E05E5-20AA-49DF-9609-276DD09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592455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0ED2ECA-6A85-443E-BA5A-2301C003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010275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3C88D5B-F5E9-490A-8653-FC473819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F331EA0-6EF6-401A-9AD4-8A47A71D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EC249ED-853E-4366-A7B4-05393163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4A45E2C-CE40-42CD-8B01-92B801D4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056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F05EC6B-E6B6-48F2-B013-3AA4018C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2456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F667CD0-532A-4EBD-A3ED-021B4A4D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65537C4-0709-4FCE-80D6-DEA99680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9EDCA32-B281-4AAC-A22A-5C9B0CA7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860FD74-1E23-460E-921E-917E8606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691515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C63C44F-C3A6-4A04-B67A-FD030E55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682942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F63A1A5-3525-44A1-A878-3806AF65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690562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389A4A1-8177-48E4-8363-4064B878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724566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6814DF5-BFA0-4B86-A7FC-B6B870A1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FEA380C-4779-48F4-A0CD-B0F65FA4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DE847E-3CAE-44DD-992D-B8E60CB3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A5864B8-AACA-457E-9A0F-E885C869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189B7D7-8031-49B2-9C48-7D495553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996DE10-0DA6-4692-91B0-6C6610F2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953B42B-8FF7-4B82-907C-7D997C21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4F9E3CA-6ED3-4DC2-8D0A-4D74CF8A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2B388B8-7992-47D0-A68D-B695A236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1C95FF2-1671-4A66-9E2A-9FE62304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86E30F1-71F6-457E-BA65-0572B1A6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6FA98ED-F1EC-4E30-8783-12D74163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7734300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F56DAB1-23E2-4520-B105-896F34C7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7810500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3A9AE0C-7841-4A85-8133-A5B498CA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8150543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CFCDA0D-65F4-41DC-A1C4-FFF2E189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7961265-BE23-4FBD-A3D6-C1FC37FB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B3A26FE-21BF-4741-B6F7-683D82AA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BB1FA92-E1D2-4F30-AF91-98FAC702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94A859D-3910-4BF1-9FC1-58F3D29B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7031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62FFA94-1E0E-424A-8D28-3F48B484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014DAFC-0756-4D3F-988E-EEF60A07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1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6F8CF76-6780-4CF2-919A-C794256C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1DCF1D3-0507-4587-AF38-B54E36FB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8715375"/>
            <a:ext cx="3479006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743665D-BA7B-4734-B817-3D6839FC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1788" y="9055418"/>
            <a:ext cx="3479006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C8B814B-2689-42B2-AEF5-FE3C38BF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044" y="8639175"/>
            <a:ext cx="3669506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0C92C56-7135-4D6A-BB03-328F6A7E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61294" y="8724900"/>
            <a:ext cx="3479006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23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4DA700E-5EB4-4012-8449-F2AF4BC9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6A24BEC-2DBD-4913-BF21-8E36D0A2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032001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C977EEB-A9A6-4E76-975A-9DF76444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prompt cache — DeepSeek, Deep Agents, Qwen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276EB-A25F-4BD4-822C-B61EB35F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00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B26C23-E110-4D28-8D4E-251FCECE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241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C8805-014D-43BD-B7B5-EA2536E7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F32C7-A270-4E75-8E5D-AD25D995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D948B2-E951-4945-AC76-2B5C1232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6C1E6-6297-4E9F-9097-9B3E3727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7579D-DC24-4962-99AD-18310EDA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05AE92-D807-4FDB-B03F-D3025DE4D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1695450"/>
            <a:ext cx="48926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5288C-6C33-416C-AA90-4AFF7045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1781175"/>
            <a:ext cx="4702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297FC-EB8C-4EF3-BD0A-90FA0F4D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9FFE7A-DFD9-4923-8CA1-50F4620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E6A3B7-0639-4E6D-891A-855F1940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C1529-1865-46CB-A82B-8521FE1F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7A2CCD-0447-445A-958B-B9D07A94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0E76C7-9827-4A4D-A908-620328B7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85286-D740-4A5C-B492-A1851842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6E85DA-C83D-4FE7-A16C-6A40EF1D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E3BA1E-1634-4E99-AADB-CAB08FD0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23050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47D86C-BF60-4787-ADD7-8848B54C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3812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515E27-62F8-4811-A74C-6C8CE919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27212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4A32D0-567D-4ABE-8C05-D51511BE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47DA5D-E9E7-4710-A592-D8FBAA1D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792CB-A4CC-4727-9019-720674B6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458323-B797-4BAF-A0DA-9AE6A9E8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2956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0DAB23-3F38-4C9B-A345-4FAAA33A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F1F3EE-C532-4EFA-ABF1-078F363B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2861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4DB00D-7F2A-4EAE-9FEC-178542CC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36261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D903B-6EB1-4FCC-A44D-220989C5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32099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C97F5F-EE91-4D01-8170-6D57F208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2861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37E4B6-8917-40E4-BA98-3F92C019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36261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89F5BA-CA37-49EE-BC3C-7E58CAF8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5C3A6D-82FC-41AA-A637-466A8A52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4C97E7-24F0-4EA8-91DD-923C1D46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14CA62-D8C0-4B4A-8B54-A4CF7E19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C4960B-00FE-4E7E-9719-64A17587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A74F89-A18F-4057-8BF4-1114D81E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374A0A-ED62-451A-A0F7-189A1418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044E03-E48B-4E95-9B57-004AEF6E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5F85CB-C9F1-4599-980E-EA5FD9B9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41148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6AA3F0-AACB-434B-80D0-5C446F12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1910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E2621A-8BB9-4B0B-9D96-EB245978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45310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B098F2-5181-4E8F-A94B-F7FC011C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9C7019-70F0-4628-AC7C-0250883B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43D9C2-774C-40F2-8702-C9A9E69F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2B2E2EC-7B01-4E0A-B656-B8A5D9A3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510540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86BE51-9781-4BBA-8E26-2E6D21FA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514CAA-7635-479B-A512-21F96A8E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BA8E91-DD30-4E11-B878-3060A70F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AA4C71-0CD7-49C7-8C33-F50380DD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0196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D26F22E-62C9-4EA4-BFE5-2912DDFD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0958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FE9A3D-A42B-43C7-9792-AFF753F9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54359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DDEA59E-65DC-4365-9F29-8EA04266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F30B26B-FAD9-48DC-A9D9-59813AAB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4E0A74-4F0C-4F53-B431-CCCE78A7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4EE046-BCCA-4897-9557-5A5C147D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010275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68CFD6D-91D7-49F1-A00D-5FCAD201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6D79FB1-7EFB-47D5-8F0B-0A74B471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0007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F0ACC94-A306-40D7-AA38-CBDF1B2B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3407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2C26342-91E5-43A8-B835-C73626A1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592455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A05804-6316-483C-BA24-34E8359F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00075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53C51AB-6608-49C1-9EB0-EF620B6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34079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DF13D50-FF84-42E1-9BDB-9C8E4375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9797CFE-0E23-4185-AB4D-B99A8074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B98195E-254B-44E7-A1E1-57A82200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758FBF4-60C1-49D0-A7A0-828E5B3F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6FA54B7-81DC-49A4-A027-5D5F715B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D640DE-729A-4268-9ED3-8CC35AC6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6915150"/>
            <a:ext cx="4702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3C584D2-6ECF-4890-8D86-6B692C9B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682942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2C2584-643A-4BB0-9C85-FF089502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690562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B560BF3-5CA7-4577-9F4A-933FA1A3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24566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A562A5F-BD06-44C7-A97B-EB8AE16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3A1569-A3C3-4E71-A65B-34AB5AF3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CDB58FB-AF64-41F9-A8B0-8D89338C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FC9FACE-B130-46B3-A670-305384A4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7998B0-AADC-4CAE-BA6B-ED6E8B40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63F9910-1BE2-4739-8793-AA220F9A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221DC5E-1D4D-41DB-8532-095773BD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5867CA2-1292-484C-9E08-5837C33F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9255948-ADE0-485B-9797-4DE63A01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7734300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9709FEE-8753-48A4-8023-56326269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7810500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F31D86E-FEB3-4494-ADEF-24C29E4C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150543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C52449D-516B-4938-9E3D-3ABE3FA8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5241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83EE355-EC4F-499A-9989-FB02A0D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333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59356C2-FE40-402F-98F0-EE11589A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7C9761A-02F7-4BB2-8AF7-70AD0270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F539B75-9EAB-45E0-B3B5-A5024684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83569E0-8E0E-41B7-943D-CE6CE263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200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57AF48B-3DA1-42C7-BDAF-EC04DBD7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746990B-0B5D-471F-8A73-24AF96FF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50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9283AAD-5D20-4FB1-8463-4D5411FF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2875" y="8639175"/>
            <a:ext cx="48926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F3BAF7B-61C1-439E-84CB-CDC7151D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8715375"/>
            <a:ext cx="4702175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38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656D9DD-6280-4EC0-96F7-5B09B8E0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125" y="9055418"/>
            <a:ext cx="4702175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19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A41AFBC-7FF0-4D50-9CC9-3DC0D956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8D3AFB7-63B7-4F3B-9CAA-C2ED8F90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53518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48B88E9-F0FC-4AAC-AD1B-F69D83F2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scheduling hints — Pi and OpenCode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70948-1D5B-498E-9316-63AE801F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Agent harnesses generally expose provider or extension hooks, not native Dynamo-style scheduler hints.</a:t>
            </a:r>
          </a:p>
        </p:txBody>
      </p:sp>
      <p:cxnSp>
        <p:nvCxnSpPr>
          <p:cNvPr id="71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D567C-72DD-43AA-B336-57992CD1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CDF1F-8DAB-4343-9331-8C4DDA98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8DBAA-EC94-43F3-B1F7-77423D7D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6F08AF-9C2E-4BA8-84DB-F0B220D8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792FA-3222-43AE-B4AD-075E96F0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05ED2-D9C3-4BEB-8105-AF0BB8C8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76C93-8070-40E4-8038-954D1FF2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DC342-14FF-45DD-9749-822FEEE8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64D78-3B96-461D-BFE4-9303B772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058D2-5C86-4AB0-B9C8-1ABDB108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extension/provider hook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288911-ADC0-4561-9263-55BE2F4D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5C8ED1-B483-4885-9900-731E4A73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7E444A-1B14-44D9-A74E-0CBD1346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plugin/provider hook 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57B08F-E63F-4C08-9D43-5655CED4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CC7075-5871-408C-B38A-7F17C6C3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2C841-E552-4AB8-A5E6-CDD6CD3F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4180C6-7419-48EB-8E7F-7254401A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EBA363-291C-4571-B3F8-6500CB59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62F0D8-5279-48C5-8B4C-CA2DA26E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5A82C-3C87-4D45-BEBD-DCE43A0F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CDA7B5-9F83-475B-B1C4-C9B949C6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071094-8746-401F-B2F8-DA0A34F6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0EC389-4202-4DCE-8AEB-72785016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4C6DBB-408C-4AD6-A624-F518DCA8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930931-D7D9-453F-83C2-5AA7838C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B0E8DC-CC6A-4495-810C-DB6EBA6E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7A5D3F-91E7-4E50-86F2-FCAEBE80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8D9B16-3F12-435B-80F3-DE855FC6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FD5331-CD8B-4F15-A427-8B39A6CD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868C47-7D0E-4789-8C03-41DAEE04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Provider-specific; before_provider_request can add service_tier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9F14C3-0A40-4CA7-B1AF-BB0BF6E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{"qos_tier":["before_provider_request","service_tier"]}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351FF0-8A35-447B-92F6-E28F0385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3A5260-E46E-467A-B3F1-9FBBDCFC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814E0A-DC1D-4F90-9021-068C70A1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{"qos_tier":"provider_or_plugin"}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F98FF2-202F-44A8-B0D1-DF71731F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2BC46-A35D-4CD6-8640-7CEABBBA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CB9567-F1D2-46E2-851D-3258B50F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AE0927-0438-461A-830E-4921E19F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007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max_tokens only; no OSL hint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557A4C-7573-4E6D-8C55-61FCA0E0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3407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{"output_length":"max_tokens"}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79C2F5-DF2E-4AF3-9C39-CBE7A078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5D2162-C7BD-48D4-ABAD-25E2FB7B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007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model/output limits only; no OSL hint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F8C601-1783-48E0-90E9-9C4452D7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3407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{"output_length":"provider_limits"}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4C814B-42C0-4BAB-9F0B-7208ABCC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DCD1BD-7B31-40B0-998F-22EEA41F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7B731F-61D1-408E-9E9A-ED80A2DA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586D0F-2C14-4E4E-AB4B-53EFE808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20F8A2-4E1F-4CDA-B9F9-D1238460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6FB52B4-0112-433E-9754-0475C8CE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88A2C8-274C-4071-9406-82094586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31D0A83-A076-4252-9FCD-BF05C4AE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266133F-D251-4354-B1AF-21EDD67B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8F4F3A-8F27-490B-BE64-94E75950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9DC087-897E-42D9-86EF-B076664C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E142DB4-5A5E-4370-B98C-F80EA879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CD6283C-7724-4768-90BA-90E9771B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979E41-82BC-49B0-AC39-9231CA66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4F0DFF2-1D5D-452F-99A1-A0413C93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F008F5C-71AA-485B-B7DB-F0B9FE0E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session/tree context only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467CC5-7AC9-4606-9FE8-F843E639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3BD4FA0-CF4D-4C32-90D1-737896AE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5487A86-8A64-4F62-838F-68D56125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ID only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40E8CC7-D720-48D7-9CC5-14B57107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13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E7EEC6D-9C0D-4317-A6E1-CF3E6814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0632ABF-BDA9-4708-B835-113F48CC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712918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CF17525-378F-4D04-A8F4-9C62BCE4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scheduling hints — OpenClaw and Hermes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0A57E-58A9-489F-8952-9B48329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Agent harnesses generally expose provider or extension hooks, not native Dynamo-style scheduler hints.</a:t>
            </a:r>
          </a:p>
        </p:txBody>
      </p:sp>
      <p:cxnSp>
        <p:nvCxnSpPr>
          <p:cNvPr id="69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37CC9-EB46-4141-8EA5-2FDC1E43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49955-3D73-4A66-B813-DDE4D420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D030D-65E4-45C6-A09C-17D7B1D5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B492C-9ED8-4991-A600-281BCE3D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DE389-B496-47B5-B445-D9B3240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BE448-C34B-4D22-9652-CE37E113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7C644-5F8A-41CD-912E-8E6150A2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C3F3D-C8E3-4262-8D0E-2562A64D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3A877-C086-4AA8-8982-61D29192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97DBE-39FB-43E4-B32C-96D30CFE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Workboard priority is task metadata, not inference queue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40253-1B40-4CDF-A74B-5099A30C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{"via":"orchestration_metadata"}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B3674-DC9A-4A0A-91C3-A76FB79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6BBC1-091E-42ED-A2AF-26CDE3D8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Task/delegation priority is orchestration metadata only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7869F-46EC-4890-9156-ADDDE009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{"via":"orchestration_metadata"}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C7EAC-4832-4F07-BB85-97D4B8FD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92FB80-7D49-44C7-8B3F-A09F9A41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93716C-310A-4A37-8EB9-4A719734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1B23E-43F7-4CF4-9EC3-6466155B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FE2348-3AC8-439A-A6F7-DEE66C92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DDFF12-9643-470F-BDCA-5C94984D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956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80B84F-0AFF-4E45-84FA-6DFAB82C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0DA711-3FCC-457F-BC88-EBDE3A0E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6BF932-8C24-471E-A8A2-5DE2FF19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91491F-EB41-493B-ADEE-4BD90B16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D0DF70-D146-4F8F-891E-3A67A963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537616-E434-45FB-9FF2-07A6625E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B244F8-0DFE-4690-8143-84FDBD05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7CE7E4-2E36-465D-BAFF-5BDE1DE8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C52CC5-B77F-4F59-98BC-22E2DA56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C51B8C-5C67-48D6-BBC9-9FDBC996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maps to service_tier=priority on supported OpenAI requests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EB75D9-3BDD-4D2B-8AC3-117B0629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{"qos_tier":["service_tier","penAI"]}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784395-07D0-40E6-8BDA-A173E536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9FEED1-DE08-4895-9814-6F197D2A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request_overrides can set service_tier; /fast can layer service_tier/speed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597C86-2E37-4AAC-A90F-A226963A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{"qos_tier":["request_overrides","service_tier"]}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4ACCA6-CDCF-4722-BEAE-50D9B0C6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45696C-AC6B-446F-8754-E54A64C5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65872B-12E8-42BC-A0E3-0FD961D6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86AA84-7F4C-44B1-8BAD-C3E49B5A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2A1A5F-2D26-4A99-B65F-F8D6F54F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3E6E3E-3F4C-4D66-983D-F48C242D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EA610B-080B-4436-892E-034B05A8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95F053-8599-4594-87BC-5E37BFF9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5DD294-0215-48A9-9C81-8F16ACCA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74FF7A-CD91-4D88-953F-B437490E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A2C2A4-6293-4912-8092-099AF884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2BB094-9DC6-4D22-BB28-16E413D1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CA0785-7996-4DA9-B9DE-D2C718BD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D90D099-3559-4A84-AED5-9CAE9EDB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609092-78C9-4425-9DC5-64157601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73F01A1-F8DE-4540-8BC4-C572977F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517E10-A89B-4C40-87E7-6BBD0293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0BE5D4-1493-457C-AB69-FEBF332B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200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7D779C4-9703-41BF-8C68-C0B0C07F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6B9C851-9C0D-4885-8491-E9740E01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AB3335-F0FF-41A3-98B6-4BDCB543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611A205-702D-4327-8E7A-41A99699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Session/model route context only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B289CD4-5518-43C4-850F-2CEDA926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A5CE890-906D-43DE-87D1-9569836A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4F86BED-5D15-4377-A4BD-C4214271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 and session context only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2114586-B230-498F-91E4-0A396320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13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2B9BCA8-A42D-46D9-9780-78EE125D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10CDACE-0106-4147-ADC3-20E4635A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425965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DBE41C3-19AA-4B90-A1BB-E60938DD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KV / prompt cache — Pi and OpenCode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0C757-F597-4D4A-855F-BD2ED03E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4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harnesses mostly preserve or configure provider prompt caching rather than controlling KV cache placement directly.</a:t>
            </a:r>
          </a:p>
        </p:txBody>
      </p:sp>
      <p:cxnSp>
        <p:nvCxnSpPr>
          <p:cNvPr id="72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8033F-70BE-4376-BEED-BBF1EDEA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4E94A-F4B4-4504-AE08-01BEC6F6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E650D-D096-4181-A908-23C26543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1519A-9820-4C84-825F-826141DE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CB5B1-6569-4F2B-83DC-93BFBC1A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C6541-966E-4E71-80A8-B96B1346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326FFA-52A2-410B-A1AE-2EA1B7A3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D8E7DA-83F6-4977-8A98-2D874B94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A2BDB-E9AC-46F6-BFD8-A978E20A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27243-E696-4AFC-BE33-3FA3BD56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provider prompt caching; no client cache 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BEDD42-3610-46A7-8475-6095AEF7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{"cache_key":"provider_prompt_cache"}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9D492-2AA2-4A9F-8775-6EA1993F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134CF2-D76F-487E-8203-D7A1E5F1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optional Helicone response-cache headers via plugin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AC22AC-F8F4-4EFD-9E11-DB078216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D37086-A365-4EE0-9215-E081EB27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992A1-9C7D-496A-AC58-D2DE8110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1FA53D-D1BD-4066-88AB-06B66E7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8E4B27-3E95-44AA-A61E-AE28B42F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Provider/account isolation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75F833-B1BD-4159-B92F-43B60183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{"cache_namespace":"provider_account"}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A1C330-A99E-454D-B861-43C28EAC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85C127-A2DC-4D5B-8332-8C9CB03F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754A37-CED2-4F4D-B0EC-59BCF8F0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{"cache_namespace":"provider_or_plugin"}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1DAA44-F8C7-48CE-9412-3EFBB814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2274CA-770F-4FE3-AFDD-D1DD4DA0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C31FAB-595E-4CD1-B5B4-2C9CC923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C0B35-1B13-4AFF-A1D1-C4150B7D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910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prompt_cache_retention or cache_control.ttl in custom model/provider settings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40192F-47B2-4C59-AF08-F26CE62B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10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{"cache_ttl":["prompt_cache_retention","cache_control.ttl"]}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5CA74E-B034-48E1-9AA1-02501A79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71524F-AAD9-4987-9F8F-6179B77A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20052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E7DF9F-DA23-430B-9F7B-CBB19201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5D4EA6-16ED-4F76-9764-7AA52447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E0DFB3-F51B-42C8-8AD6-CAA2717B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61E3ED-F4E7-4797-A5CD-CEAC7E8C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cache_control format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843BD1-7074-45AD-B1C7-4C770A59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{"cache_type":["Provider-specific","cache_control"]}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06A4F9-3DFA-4A01-81F5-F2618C2F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D76D5F-9FF7-46BD-8AA8-F1CFFF51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1054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80CA74-EBB4-49CC-A988-DB831AF1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4680BA-6499-4817-BA80-9E683971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687DDC-F934-4B0A-A3E0-C12BA1E0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12B072-AFDA-4ACC-87AB-0374FA4B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66161E-A027-431B-8D41-752E330C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BFF8CB-FBA5-406C-9DF9-F63BE83F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19B298-ABE8-40FE-A7A9-756A4587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113DDF-AFC8-4DDD-A0CD-D1DEA8BA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6D46EA7-ED6C-4383-A58A-2F74B070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5C5D51-D151-401C-96F7-5A26A55B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61DA08-AD15-4CD3-A302-8E865421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515599-0914-4503-A093-B353C376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AA62677-A226-4ABA-888B-F7AA0AFA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D6632D-284A-4612-A5FF-7882814C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7C70CA-10C4-4D62-B420-93629251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2EDD4D7-1A9C-4F56-8D75-F33BA42D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Footer shows token/cache usage and cost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A7E3385-E8A7-4B7D-8D85-1E9FB743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{"cache_hit_feedback":"Footer shows token/cache usage and cost"}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79EA008-107E-49CD-8A63-B0DCF70B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7B26670-3A7C-4B8D-BBCF-1ACA8C46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Stats/provider usage; cache feedback depends on provider/plugin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6D72911-63D9-486E-AE47-D2FDC831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0A9973E-760F-48D1-BECB-EF15DC00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CE56270-33BF-4B12-97B5-F680DE97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67D119F-0D2B-4B5C-9C31-40B9BF7A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C9A2E2E-FB65-4EB4-A533-0BC28251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Long retention where provider supports it; not pinning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89CEDD-C3AD-412E-8B30-CCC85394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{"cache_pinning":"Long retention where provider supports it; not pinning"}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9654524-C550-4DEC-ACF7-4F23D6D9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E183BED-E4E6-4548-BB3D-134CE6C2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2490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cxnSp>
        <p:nvCxnSpPr>
          <p:cNvPr id="136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ACCCD0-7320-4039-9607-08F43906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611ED67-5611-4885-9AAF-70E132E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167282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6153AF8-591D-492A-A67D-C3018D1D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KV / prompt cache — OpenClaw and Hermes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3BD78-A2F4-4D1C-A5A7-60F00DA9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4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harnesses mostly preserve or configure provider prompt caching rather than controlling KV cache placement directly.</a:t>
            </a:r>
          </a:p>
        </p:txBody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9AA8D-D26F-40F2-BA5D-17198727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952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A9D5C-79BC-4A20-A713-6570273A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3A528-9049-4210-B875-9493EBCE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6B842-220C-4AD7-8C1A-77865ACB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C0BC3A-201D-4DBC-82D3-CF7590A5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7124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6C376-FCC2-4E45-9788-55FE7D22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1781175"/>
            <a:ext cx="693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5951E-5E19-464C-8373-1781B392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CF26F5-A8E2-4445-9C9B-2A79B9DF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907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C7577-8322-4E83-B47F-DF4F1235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F978C-5CE8-4107-8D56-C20883A5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cached WebSocket can reuse prior response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EDED1-F01C-44A0-A7D2-0963C289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056D4F-C555-4DD2-819B-FE495260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050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5A135-20AE-4ACC-9239-CFFBEA78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8125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tiers/cache boundaries; model participates in cache key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082FB-62B9-4EF8-A47B-E4C30D07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72129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{"cache_key":["prompt_tiers","model"]}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16F21-7C93-4491-BD47-ADDECD52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99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E3F3EE-0885-4A8A-93A6-F4DEA3F5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D1060A-93D6-4753-B24A-DD0D857A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E6D886-B49F-4F3C-813D-D0C9B25A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 isolation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91CD5A-CAD0-429A-8357-CA90F8EF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{"cache_namespace":"provider_session"}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A9C7DB-6B71-4BFA-BE86-D290E401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099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D4DA5D-3FEB-4810-9969-2A9D7232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2861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Provider/session/model isolation 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52CE94-FA15-44C6-AD03-53F8C045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6261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{"cache_namespace":"provider_session_model"}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C4D00D-2B21-435B-8203-45B3A23B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9BF39E-3822-43B3-96DD-C29C17B4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005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A1C805-BC15-4FD3-82D6-E09B3F5E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9652AA-2AD0-4BC3-A340-A6BD80B5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910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TTL; no generic TTL hint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385909-471A-4262-94D3-6C34C242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310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E8BCAA-08B9-4CB8-B2C1-B415F64B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41148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688494-89D7-4477-A15F-2E1E9DD7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1910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Default 5m; 1h for long-running sessions where supported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D37AE8-3043-46A4-BAD5-F0C7452D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5310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{"cache_ttl":"long-running"}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B47C13-4D9E-45A7-9A72-6E1B22A6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96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B8A8A0-CC95-472E-9FD2-D149A6F8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54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C9C1F6-9F29-4F7B-ADB1-1C03C2A3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580952-E3D4-4E26-BF03-055F846F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438330-905A-4B9E-9FF3-400B18D9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AFBC54-B644-47D4-87F7-31764C28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0196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0B9903-C80A-4C6F-9764-708D0688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0958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 prompt-caching markers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7424612-2AB4-48E5-A207-7DE3F7B9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54359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{"cache_type":"prompt-caching"}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D95BB-FE9B-4BB6-803B-8A3715A1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2455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9ACB3C-48D1-40CB-8A98-D12D8FC7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1027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D1DD67E-8CB3-4CBF-9EA4-83FD1F05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E0F45F-0370-475C-92CA-AEEE2E9D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3A48BF-3498-44B6-BBD1-7337F97F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92455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F83028-DC32-42A5-BF01-78B024E8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010275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A02DB1-F0D8-4D49-A82F-6CD92040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2942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016E49-C62D-4DE8-B779-369F4E57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1515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A80913-1333-419B-9A43-337704FA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C6ED16-803D-4F23-A265-AF8246B6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690562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WebSocket/prewarm; not KV prefill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B0B48DF-D371-4D4B-961E-CCD0800C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24566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DB7A0A0-56B2-4A99-ABB1-1BDFCCF7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82942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29D3E53-A280-4588-926C-9D2D8C33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6915150"/>
            <a:ext cx="69342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0B4F55-9CCA-4B97-98AA-DB364F4B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B04E9D9-B3DD-432C-A911-E12F511B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D155EE5-BBD7-47D0-A18D-454A7BC6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5A3A1C8-BDA8-4B37-9999-F4B6E73A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usage/tracing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E2786E7-CBB2-4E0B-8D81-12558B00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4CC2AD2-591D-4700-871D-8FDB01D4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7734300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0E64F0-6990-4978-8168-D3382198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7810500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cache metrics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7CAAC8-880A-4296-8531-8A323792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150543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4398C64-CD24-4C05-82A9-79EAAF46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39175"/>
            <a:ext cx="2952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4849DB4-9ED5-4E6F-9D52-DEBB791A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24900"/>
            <a:ext cx="27622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AB3413B-ECE8-4422-96A1-CDFE67C4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D644118-3B6F-4CB2-8895-30396FF8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only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57FCC77-E4DC-43C6-B034-219A72DC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CD70E86-A78A-446B-B775-AE159C7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639175"/>
            <a:ext cx="71247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F01432-F600-43FC-B0C6-C0B6123E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8715375"/>
            <a:ext cx="6934200" cy="3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1h retention where supported; not pinning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A97EBAD-AE5A-4FEF-A5EB-817995F4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9055418"/>
            <a:ext cx="693420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{"cache_pinning":"1h retention where supported; not pinning"}</a:t>
            </a:r>
          </a:p>
        </p:txBody>
      </p:sp>
      <p:cxnSp>
        <p:nvCxnSpPr>
          <p:cNvPr id="14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5B89D10-01F8-464D-AF97-C425F567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D262474-312A-453F-AF1B-3005E99B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678593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67D21-FE3E-4971-98BD-AF92E197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ECDD2-8A24-4702-9B17-8893E0D3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3C7C8-C55C-476D-8FE2-9FBC9A05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46319-6D85-4814-A9C4-F853A421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4ECED-C88A-4857-A0CB-235B4F01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B2750-1E34-4C3F-94C9-7168B4FA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2BCFA-82FC-4E4E-BF53-C4230619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A5FF3-38EA-4A2B-92B0-B993FE57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33784-62CA-49AD-AD31-39264DFF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47095-59AA-4E2D-AD20-8CE01EDE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AD474F-807F-4D4D-AC42-B693C9E5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8B396-08BC-472D-9C95-EB99930D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6F71A-32FB-493A-B667-3622A9F0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AD94C9-E3AA-43FF-8861-F1BCA9E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5D99AC-0666-4F22-B46E-9BCC22A5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0B96E-395E-4799-84A5-0FA56619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491ED-3C17-4CE8-9BE5-11472259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C7FBCA-553A-4234-B1FC-29B114C5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F098EF-7E44-4FE5-82B6-C29875D2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688363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2026-08-31T20:23:12.0190000Z</dcterms:created>
  <dcterms:modified xsi:type="dcterms:W3CDTF">2026-08-31T20:23:12.0190000Z</dcterms:modified>
</coreProperties>
</file>