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f987eb57cf4c91" /><Relationship Type="http://schemas.openxmlformats.org/officeDocument/2006/relationships/extended-properties" Target="/docProps/app.xml" Id="Rf5fc662b385746e7" /><Relationship Type="http://schemas.openxmlformats.org/officeDocument/2006/relationships/officeDocument" Target="/ppt/presentation.xml" Id="Rd26e766afc9f40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42ce9cf7734397"/>
  </p:sldMasterIdLst>
  <p:notesMasterIdLst>
    <p:notesMasterId xmlns:r="http://schemas.openxmlformats.org/officeDocument/2006/relationships" r:id="Rc990f47d090e4a4f"/>
  </p:notesMasterIdLst>
  <p:sldIdLst>
    <p:sldId xmlns:r="http://schemas.openxmlformats.org/officeDocument/2006/relationships" id="256" r:id="R6ddeae1acdc44c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9e9ba086c84910" /><Relationship Type="http://schemas.openxmlformats.org/officeDocument/2006/relationships/slideMaster" Target="/ppt/slideMasters/slideMaster1.xml" Id="R2042ce9cf7734397" /><Relationship Type="http://schemas.openxmlformats.org/officeDocument/2006/relationships/notesMaster" Target="/ppt/notesMasters/notesMaster1.xml" Id="Rc990f47d090e4a4f" /><Relationship Type="http://schemas.openxmlformats.org/officeDocument/2006/relationships/presProps" Target="/ppt/presProps.xml" Id="Rc2f5b2f27549404e" /><Relationship Type="http://schemas.openxmlformats.org/officeDocument/2006/relationships/tableStyles" Target="/ppt/tableStyles.xml" Id="R6fc818ca94944969" /><Relationship Type="http://schemas.openxmlformats.org/officeDocument/2006/relationships/slide" Target="/ppt/slides/slide1.xml" Id="R6ddeae1acdc44c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6eb4b5fabf47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061f08522a4b1b" /><Relationship Type="http://schemas.openxmlformats.org/officeDocument/2006/relationships/notesMaster" Target="/ppt/notesMasters/notesMaster1.xml" Id="R31d4c5ac1c3b40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Scenario 2 source: harness_aware_scenario_tracker.html.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Setup: same 32 replay requests in both modes using the same generated timeline. Each replay session has its own session_id and prefix_id. Baseline waits until replay arrives. Controller mode uses ETA, reuse probability, and recompute cost during tool wait, then requests SGLang-side KV preparation only when the window is safe enough for the load to finish before replay.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Run: proactive_kv_management_selective_admission_20260917_062007 compared no_prefetch against controller_proactive_kv_management.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Results: Total TTFT improved from 123.1 s to 116.5 s, or 5.3%. Average replay TTFT improved from 3.8 s to 3.6 s. Total lateness improved from 123.4 s to 116.9 s, or 5.3%. Average replay lateness improved from 3.9 s to 3.7 s. P95 lateness was roughly flat, moving from 7.3 s to 7.4 s. Max lateness improved from 10.5 s to 8.3 s. Full workload window was essentially unchanged, moving from 328.6 s to 328.5 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Mechanism evidence: 21 prefetch requests, 21 backend actions, direct hook available for 21 of 21, 9 prepare plans would load and 12 were already resident. Selective admission skipped 12 already-resident prefixes and 3 host-resident prefixes that were too small to justify loading. It attempted direct load on 6 prefixes. The proof table observed 111 load-back events plus 560 H2D copy events before replay compute, with 48,889 prepared tokens via load_back.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Important caveat: the aggregate timing win is modest. Only 11 of 32 paired requests improved individually, so the next tuning direction is better replay-reuse prediction.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file: /Users/oluwolejaiyeoba/Documents/GitHub/agentic_hardware/harness_aware_scenario_tracker.html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6821d7e2f47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594a7bce224e26" /><Relationship Type="http://schemas.openxmlformats.org/officeDocument/2006/relationships/slideLayout" Target="/ppt/slideLayouts/slideLayout1.xml" Id="R06e3d1e11a2347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e3d1e11a2347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ce337490f42af" /><Relationship Type="http://schemas.openxmlformats.org/officeDocument/2006/relationships/notesSlide" Target="/ppt/notesSlides/notesSlide1.xml" Id="R0ea0c3804ca04b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A9DADF-DCD6-4D1E-8168-404C571E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Scenario 2: Proactive KV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5497F-EF33-461D-B095-C8FE1326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During tool wait, the backend prepares useful host-backed KV before replay arrives.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FD4FD-823E-4E21-A78A-4CB18090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62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F6F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6F56"/>
                </a:solidFill>
                <a:latin typeface="Helvetica Neue"/>
                <a:ea typeface="Helvetica Neue"/>
                <a:cs typeface="Helvetica Neue"/>
              </a:rPr>
              <a:t>Modest win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366B9-9428-461C-BA87-1B537720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A884B-654E-4B32-A2BD-5433AEBD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the setup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5EFF1-77CA-4C3B-8A21-2C36EB61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90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71760-7EB7-4C68-ADBE-6127E541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32 replay requests run in both modes.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FE251-DED8-4D59-9B97-C41CDF85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416D3-6AC4-4EA7-A31A-C48DB327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Both modes use the same long tool-wait timeline.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058DE-6A70-46C7-8AE3-B80B157B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C7323-33A6-4B63-9835-5C2292D8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Baseline waits until replay arrives.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EEB2C-6A7F-4BBC-A27A-D0989663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5F0A4-5488-474F-8002-85066647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Controller mode prepares only useful KV.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F973F-E9EE-45F9-98C6-590C945E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43338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DC33E-9E57-4288-9975-1416F42B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the controller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50711-C682-4864-A6E3-993B46FF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It checks SGLang's live cache state before moving anything. Already-on-GPU prefixes are skipped. Small or unsafe loads are skipped. Useful host-backed KV is prepared through SGLang's own path.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C1908-C70E-4160-B9B1-E2518BCF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Results across all replay requests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72E93-17F5-4CB7-A452-79950101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28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Latest all-request run: proactive_kv_management_selective_admission_20260917_062007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71789-11DC-4473-913E-F91A4E30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7170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61CE1-53AD-4928-A308-95C83F7D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860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Total TTFT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6F491-2DF4-4837-9652-1112476B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05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5.3% better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D59D54-27F5-4044-82E7-FCEA5084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813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123.1 s to 116.5 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C8463-2618-452E-96EE-98222E3D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D2783-C0FA-4822-B3FB-2176E4DF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860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Avg TTFT per request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425232-0892-4C2E-8E4B-A7722B10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05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0.2 s faster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D7BE96-6426-46BD-AAE4-8E33EEFA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3.8 s to 3.6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C86048-3633-40E5-8083-A6D70758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8135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B20AB3-E7AA-4B2C-8E4F-25170EEE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956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Total lateness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8B9269-9C79-4522-932F-FB876B76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1472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5.3% better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F2207C-2A62-430C-9A04-A7996AFF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909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123.4 s to 116.9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3978DE-A373-4CAE-965E-AFC9390D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AAE21A-77FE-4B7C-99C6-3CE89E8A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956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Max lateness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5B1B6B-553B-4FBF-97D4-915B9232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1472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2.2 s better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A54BB3-C049-4DFE-B2CC-DA4A81DF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10.5 s to 8.3 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02DEBC-0621-4EDB-81D0-6B343605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9100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1BA8FE-83DE-4C4A-A402-936CC43A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3053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P95 lateness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0451E1-E872-4C35-9089-7F278BAE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243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0.1 s worse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0A37A6-CC7B-460F-BA1D-F132AD68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006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Roughly flat: 7.3 s to 7.4 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A43A08-ACAF-4F8D-B66A-2BDD6C99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9100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707457-B284-4070-8821-10DF4174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053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Workload window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30D970-3E87-4733-BDE6-AA33B26F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243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about same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962D78-EE84-4042-98AA-290600A7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006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328.6 s to 328.5 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1FF30C-92DE-46DE-8CC8-6784CB21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0A8311-DA9D-46B6-B891-C298CEA0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Mechanism proof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D23007-0446-4408-8C10-D2BDE3B6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7531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21 cache checks, 6 admitted direct loads, 48,889 prepared tokens, and 560 H2D copy events before replay compute.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9CAA19-1C3F-4E55-B36B-12466CA8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Source: Harness-Aware Scenario Tracker</a:t>
            </a:r>
          </a:p>
        </p:txBody>
      </p:sp>
    </p:spTree>
    <p:extLst>
      <p:ext uri="{BB962C8B-B14F-4D97-AF65-F5344CB8AC3E}">
        <p14:creationId xmlns:p14="http://schemas.microsoft.com/office/powerpoint/2010/main" val="1303772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2026-09-17T17:49:20.3670000Z</dcterms:created>
  <dcterms:modified xsi:type="dcterms:W3CDTF">2026-09-17T17:49:20.3670000Z</dcterms:modified>
</coreProperties>
</file>