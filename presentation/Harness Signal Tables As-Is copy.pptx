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eb84cba65434a" /><Relationship Type="http://schemas.openxmlformats.org/officeDocument/2006/relationships/extended-properties" Target="/docProps/app.xml" Id="Rc1875508ec394711" /><Relationship Type="http://schemas.openxmlformats.org/officeDocument/2006/relationships/officeDocument" Target="/ppt/presentation.xml" Id="Rd3ba62bbdd0046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95157947c47b0"/>
  </p:sldMasterIdLst>
  <p:notesMasterIdLst>
    <p:notesMasterId xmlns:r="http://schemas.openxmlformats.org/officeDocument/2006/relationships" r:id="R3ceff1809ec54d67"/>
  </p:notesMasterIdLst>
  <p:sldIdLst>
    <p:sldId xmlns:r="http://schemas.openxmlformats.org/officeDocument/2006/relationships" id="256" r:id="Rac34bac95f3644f0"/>
    <p:sldId xmlns:r="http://schemas.openxmlformats.org/officeDocument/2006/relationships" id="257" r:id="R1c4cc3ebdf8b4fdc"/>
    <p:sldId xmlns:r="http://schemas.openxmlformats.org/officeDocument/2006/relationships" id="258" r:id="Rb1c8c63077914c79"/>
    <p:sldId xmlns:r="http://schemas.openxmlformats.org/officeDocument/2006/relationships" id="259" r:id="Rd5884fbaad1b46d4"/>
    <p:sldId xmlns:r="http://schemas.openxmlformats.org/officeDocument/2006/relationships" id="260" r:id="R2ad7d7ced03d4129"/>
    <p:sldId xmlns:r="http://schemas.openxmlformats.org/officeDocument/2006/relationships" id="261" r:id="R107c860fb8e049f8"/>
    <p:sldId xmlns:r="http://schemas.openxmlformats.org/officeDocument/2006/relationships" id="262" r:id="R4f9368c1ec7940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38d9d08b454a2d" /><Relationship Type="http://schemas.openxmlformats.org/officeDocument/2006/relationships/slideMaster" Target="/ppt/slideMasters/slideMaster1.xml" Id="R9c195157947c47b0" /><Relationship Type="http://schemas.openxmlformats.org/officeDocument/2006/relationships/notesMaster" Target="/ppt/notesMasters/notesMaster1.xml" Id="R3ceff1809ec54d67" /><Relationship Type="http://schemas.openxmlformats.org/officeDocument/2006/relationships/presProps" Target="/ppt/presProps.xml" Id="Rffb2f0ce09c249bc" /><Relationship Type="http://schemas.openxmlformats.org/officeDocument/2006/relationships/tableStyles" Target="/ppt/tableStyles.xml" Id="R7eb6a672509d4674" /><Relationship Type="http://schemas.openxmlformats.org/officeDocument/2006/relationships/slide" Target="/ppt/slides/slide1.xml" Id="Rac34bac95f3644f0" /><Relationship Type="http://schemas.openxmlformats.org/officeDocument/2006/relationships/slide" Target="/ppt/slides/slide2.xml" Id="R1c4cc3ebdf8b4fdc" /><Relationship Type="http://schemas.openxmlformats.org/officeDocument/2006/relationships/slide" Target="/ppt/slides/slide3.xml" Id="Rb1c8c63077914c79" /><Relationship Type="http://schemas.openxmlformats.org/officeDocument/2006/relationships/slide" Target="/ppt/slides/slide4.xml" Id="Rd5884fbaad1b46d4" /><Relationship Type="http://schemas.openxmlformats.org/officeDocument/2006/relationships/slide" Target="/ppt/slides/slide5.xml" Id="R2ad7d7ced03d4129" /><Relationship Type="http://schemas.openxmlformats.org/officeDocument/2006/relationships/slide" Target="/ppt/slides/slide6.xml" Id="R107c860fb8e049f8" /><Relationship Type="http://schemas.openxmlformats.org/officeDocument/2006/relationships/slide" Target="/ppt/slides/slide7.xml" Id="R4f9368c1ec7940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67001e8854a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9695e121364981" /><Relationship Type="http://schemas.openxmlformats.org/officeDocument/2006/relationships/notesMaster" Target="/ppt/notesMasters/notesMaster1.xml" Id="R49ec1707ad3642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bed0e161184e35" /><Relationship Type="http://schemas.openxmlformats.org/officeDocument/2006/relationships/notesMaster" Target="/ppt/notesMasters/notesMaster1.xml" Id="Rad3d821b081248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54e21108a5418a" /><Relationship Type="http://schemas.openxmlformats.org/officeDocument/2006/relationships/notesMaster" Target="/ppt/notesMasters/notesMaster1.xml" Id="R25926f8138c546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3f2cd2c734561" /><Relationship Type="http://schemas.openxmlformats.org/officeDocument/2006/relationships/notesMaster" Target="/ppt/notesMasters/notesMaster1.xml" Id="R04f9468809284f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d4259336dd4042" /><Relationship Type="http://schemas.openxmlformats.org/officeDocument/2006/relationships/notesMaster" Target="/ppt/notesMasters/notesMaster1.xml" Id="R470c99a664f1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ceb6d264c4fa8" /><Relationship Type="http://schemas.openxmlformats.org/officeDocument/2006/relationships/notesMaster" Target="/ppt/notesMasters/notesMaster1.xml" Id="R886f0c20f45441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a8007f2dcd46d9" /><Relationship Type="http://schemas.openxmlformats.org/officeDocument/2006/relationships/notesMaster" Target="/ppt/notesMasters/notesMaster1.xml" Id="R2a595c1fd186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12.15.33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12.15.44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12.16.08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12.16.32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12.16.42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12.16.53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12.17.01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6de155544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7379662d3d4017" /><Relationship Type="http://schemas.openxmlformats.org/officeDocument/2006/relationships/slideLayout" Target="/ppt/slideLayouts/slideLayout1.xml" Id="Re09510a1893445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9510a18934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1cf3c7fd64bf5" /><Relationship Type="http://schemas.openxmlformats.org/officeDocument/2006/relationships/notesSlide" Target="/ppt/notesSlides/notesSlide1.xml" Id="R36f347900bea45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d4e1436734fbc" /><Relationship Type="http://schemas.openxmlformats.org/officeDocument/2006/relationships/notesSlide" Target="/ppt/notesSlides/notesSlide2.xml" Id="Ra2f7118937014e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4130168144613" /><Relationship Type="http://schemas.openxmlformats.org/officeDocument/2006/relationships/notesSlide" Target="/ppt/notesSlides/notesSlide3.xml" Id="Raa4d285a7d82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f786f47c94938" /><Relationship Type="http://schemas.openxmlformats.org/officeDocument/2006/relationships/notesSlide" Target="/ppt/notesSlides/notesSlide4.xml" Id="Rf46c7bcb465846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f7e159123408c" /><Relationship Type="http://schemas.openxmlformats.org/officeDocument/2006/relationships/notesSlide" Target="/ppt/notesSlides/notesSlide5.xml" Id="R664eabe4cd984f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fa6014bc64d37" /><Relationship Type="http://schemas.openxmlformats.org/officeDocument/2006/relationships/notesSlide" Target="/ppt/notesSlides/notesSlide6.xml" Id="R5106e3090ef14a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6d357ac344f82" /><Relationship Type="http://schemas.openxmlformats.org/officeDocument/2006/relationships/notesSlide" Target="/ppt/notesSlides/notesSlide7.xml" Id="Rca226d3496da4b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BB24C8B-90ED-4BCC-A662-90CECDBF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 Scheduling and workload-prediction signals</a:t>
            </a:r>
          </a:p>
        </p:txBody>
      </p:sp>
      <p:cxnSp>
        <p:nvCxnSpPr>
          <p:cNvPr id="151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3D21E-037F-40F2-A258-27FE7C53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3F4F5-18B4-4B91-9C09-83C9E3CE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6165A-9EE1-4EB0-BDB0-3BA9308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031E3-79A6-4D81-BB7D-0D826BCA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B6E63-4826-4333-B582-884B0EBA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1FA61-81B8-4C80-81FB-0572807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CFB7B-A356-42E7-A35A-F245C19B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C7636-3760-4281-A19B-23A4125C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01EDE-4A3B-4684-B942-FAE1A0B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629FE-0A3D-461D-8D57-49166B1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15467-0C14-495B-97E5-B0FAFE2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3C527-FD8D-4610-BAAB-E58F874A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2D62F-70CB-4C31-82FC-FDEDA03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2C7EE-5AE3-4B67-8B76-0A92B85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C3348-BB2A-4158-85A5-220D2485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ABA3A-DEC0-4A3D-97CE-75EF859C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8F615-755F-4C75-995F-54733CA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159F7-392C-487B-B041-D3FF73C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773AC-238D-4390-B309-EB56189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EE0A7-4268-445C-8530-A5423A0C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{"nvext.agent_hints":["priority"]}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37812-657D-4C89-8FC1-B163D348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5D159-8E54-4F78-829D-5CE84286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{"priority":"priority"}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D6D47-765D-41B9-A4BD-15CF81F7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01D39-0016-4F21-95C6-EA135D8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4903C-A837-499A-A593-74B50F8F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0B717-2FC1-432D-AF08-2073CE5E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24741-5E1D-4A8F-9E40-C6BC9E5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09D93-AFF2-4598-9BFF-24E574A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F4AB2-78C9-413D-8832-F8970D32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C327C-F8D5-432E-A831-EE73E25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F0825-9C65-44BB-BE61-C252B0A1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009E6B-CD81-447F-91F5-945EB09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{"via":"pass_through","priority":"extra_body"}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F2625B-2FCE-4C64-B730-9666D83C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B15C3-F0CC-4A62-AD42-DEDB8E4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priority tier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C1D9CE-17F9-4560-8E18-ECC1F716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2F8C8-8C14-487C-943C-B8AD7F86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{"strict_priority":"strict_priority"}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B37D06-96FB-43F1-8A95-44CED61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7772A6-E154-47D6-988C-47F97566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774EEC-7FF8-4035-AF68-25D057D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09F95-1D4B-494C-854D-D42A481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E4A938-FF84-4578-B9A3-14DE962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C5E3BD-B52E-402A-8710-D6CFDEE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06C7E9-2F10-4347-BC44-B6E3AB89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4BCC8E-D71E-4587-8504-EFC2DED9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8429C7-078D-4B27-9719-6D2ECF7B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18C0F3-418E-428D-A34E-60645B2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EE0CCA-4962-4824-A7AE-AF45029B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53CB29-D716-4BBC-A848-B0C863C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C0444A-307E-497A-8A0E-C699C1C8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B2BEFD-1891-4FF7-B3B3-52C55FE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Latency sensitivity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983EA0-EDCA-4A80-AC97-6ADF5D73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28A242-B9C5-4982-88F5-9BF05B5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{"legacy":"latency_sensitivity"}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D88996-8E3F-4CF8-B970-479C14FB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674DB4-B025-49AE-BDFC-66E8538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{"latency_sensitivity":"latency_sensitivity"}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330151-DF6B-4880-8ECF-19858CB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AB8A71-6F22-4C66-9A16-8E0C5299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ECBE5F-EEC0-4C62-8FF4-813F7736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22794C-A1D4-4BCD-9C0E-E4C44AE7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6ACD26-DF11-4752-BCFA-6CDC4FE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1745F3-00F8-4F2D-B06D-FA1B1065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EF5B3D-30D9-4165-910E-FA211B73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5C0E51-7AD2-48D2-86C2-FF2BEDE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A40CAE-8265-4B61-85CD-0EBE627C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97613C-380B-4CAB-9BDE-B96EB1F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EF174A-08C0-458C-8244-991A68C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CC2784-91B4-416A-9330-5972BB9C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speed/QoS tier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0DF1BE-6DC3-4EC3-88B3-C32B0307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E99B98-0ADA-4F17-87DE-D04B1040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20078B-D290-4C9B-84E4-AD126A8B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20A32F-E3BA-4205-B44B-DFC209A9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0C5F9F-97CD-4C42-B376-D9BF3BA1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C7ED94-386E-4059-8E33-A6396BB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{"qos_tier":["fast","speed"]}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E0F9FE-2E52-47EF-AD82-C520736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71485F-9BD2-4044-B747-F94F0446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{"qos_tier":"service_tier"}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122A87-4A4E-47A8-9AF3-EBB51277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88593D-392A-448E-BE24-E6F7E935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454466-6E50-48ED-B030-1FAE029F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96790B-79B2-4E7F-80B6-9E4AEBC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EC14A0-A370-4598-BFE5-8B442332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746B29-B065-418F-A3F9-040A401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{"via":"extra_body","qos_tier":"extra_body"}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1726FC-00D1-4AAF-B0A5-F7FF95C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C2159B-38D5-4A81-83A3-61DDB93C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length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11986C-489E-43D4-9ED3-DA7C774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9679AD-F8D1-4694-9078-9CC89978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{"output_length":"osl"}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77E86A-BC1F-4CE1-8229-A5F08D3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55DEAD-70D3-4D85-A1DC-780E79E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{"output_length":"osl"}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77DDE1-AEE6-49DA-834D-1E921429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4A54DA-D4B6-4EFC-8AB8-646B6A9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2F57145-31C4-4925-B0D9-D3124994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DB9232F-9074-48E9-B306-1C0EFBD5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B568B8-5E26-4558-BA5E-AF445B8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0628541-AF71-4684-BFE1-0E3EC6B9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0C79BA-300A-44F3-BA5D-0B0267BD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ECE187-95F2-4052-B56C-AC14B4D4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750783-B4A3-4953-B89F-3125CE1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517F18-4ADB-4D29-AA97-7CF985B0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C37FE6-697D-465B-8D46-4356894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9607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7F0F98-6F34-4846-903B-970C353C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8180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interarrival time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BD6C016-4E69-4E70-A42F-5572D94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1CB249-D219-408F-B172-6ECD853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C3DF3D-44C9-4CFF-8B9C-96078E4A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6DD5B2-F7A9-4F94-8A33-3862023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{"interarrival_time":"iat"}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482D2E-E7AB-4525-9724-38F9A0C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266B7CD-BAF1-423D-A53F-16A9C90D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1D38E3-4D6C-42A3-8F0A-7E842DD1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8CDCBF4-18F2-4BA3-8C9F-3EC5A26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19710F-1C75-4E2A-A8DE-8D8F2140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1ED972-4838-4D42-8E21-47C4F658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742B178-63F9-4A33-87D3-A985AC3A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ADAB512-3412-45AC-B29B-994D5C65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682D7C-258C-4AE6-B81C-577292F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3CAEC01-9B8C-4768-A9F5-CBF17126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21272B4-FD0A-4871-8FCD-AE041F16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905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AAE6B5F-58DB-4506-8E02-A5B907C9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247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Predicted remaining calls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797AD33-5516-4A84-8FCD-3D419CA2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D451FDC-B2F6-4DB3-9D21-F761C51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CD2BEB1-671B-4662-8B75-EA28BB57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8EF893E-8256-497C-B07D-0C74ECE7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{"remaining_calls":"total_requests"}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05009C3-3B40-474D-868E-5B446435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0B9207-483C-4237-8A03-2AC8D442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3846338-40C7-4199-B8D0-7193067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386926F-E3C8-44D0-BDB1-17E52DA8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F990761-10FE-4969-AAA8-FBA68AAA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16EC400-FC0A-460A-A53B-436098D1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17773CF-DC69-49D2-88F0-0F2A272B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8298348-9E3C-4735-A29B-681BBFA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17CF741-82FF-4F84-88F5-402AE06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92552B-C30B-4F4E-AFD1-1C24289E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B73309E-BD50-48FA-8047-A43114B0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8202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B1A5E9-38E1-4D8B-B4D0-4E56A4D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Prefix/workflow reuse ID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33FF391-C971-4DC2-8FE7-D7F293B5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D23D042-8177-4ED8-8E97-8CE09872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{"prefix_id":"X-Dynamo-Session-ID"}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F5C415-C0D6-4C27-8469-FCFA8010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53CA064-D024-4E8F-A6E1-2FD7FF7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{"prefix_id":"prefix_id"}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3C88921-C91C-49D7-AA48-F678EF0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9E943A2-C7C7-4B00-AB8E-5B5A6371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{"prefix_id":["session_id","agent_id"]}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B80D7FE-65D6-4332-964D-5EE410E6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5858E69-8ECA-48C6-BBF5-AA44F94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{"prefix_id":["thread_id","cache_key"]}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B4CC586-E16A-4CDF-9D84-CEE924AB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987F337-4F93-45C1-8A30-3A9C515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{"prefix_id":"session_id"}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7740B7A-7C21-454B-B803-D259FDD1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C2A051C-16B5-4092-B9FA-4F4AA858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{"prefix_id":"thread_id"}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62EC0B0-79CA-4DA4-97F4-13B616A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2F98B4C-E0C7-44DD-AD3D-28730331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cxnSp>
        <p:nvCxnSpPr>
          <p:cNvPr id="296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E20733F-987F-45C5-8FAB-A35A4E0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2E6ECA0-B355-4924-874C-841ACF7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305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261D9EF-833A-446B-9432-DB53A6BD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 Reasoning and inference-compute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1C839-68CE-4F16-8472-F3DF7A5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table corresponding directly to your reasoning-effort example.</a:t>
            </a:r>
          </a:p>
        </p:txBody>
      </p:sp>
      <p:cxnSp>
        <p:nvCxnSpPr>
          <p:cNvPr id="137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32DD6-2BA4-42C2-B00A-4968B095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8ABA1-0936-44EB-8A2C-BFDF075D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Signal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EA4C0-51E8-4CD2-B8A0-6CC70ECD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73A59-99C3-4914-81F5-30994B1F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B23AE-F66A-4AAC-8B33-C7356AE7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388A3-EE04-4D5D-BCF7-3567CD6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BBCBF-2F63-4BA6-84E7-181A8FDB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F13A2-6298-49F1-B9A5-1F7B77A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C7C5C-1751-4835-A1F3-E007EAA8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7BC8E-C815-4DBD-B633-BCC3151D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23692-6147-4A2E-A4F3-06C0CD66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510D9-9DF1-4789-A85E-EB3A5E8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F6BE3-C182-412A-9DBE-EBADA26E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1F386-E55F-4B87-B8F7-4BD5A323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96AD0-B8A6-4764-96CC-C0F7DE8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6954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B2AF6-F547-41C9-AAD8-C0CFE66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7811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AA8D4-D48A-458C-8610-DFF6D81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5A8DA-8548-47F9-95CB-05EE387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Reasoning effort level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EA172-5C98-483F-8FFD-F11FC57F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F592F-CE28-452B-98E8-162A60B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B6095-7C3F-4F7D-92DD-F5D5419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6A184-8534-4631-9C00-484856AE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B2A00-D4FC-4D9F-9D52-6FCADE9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59D2A-5492-4EF8-9323-8003BBAE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{"reasoning_effort":"output_config.effort"}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7F97EA-F197-4270-B833-BE0AED1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01E60-46FA-4072-A5EC-C3AC83CC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{"reasoning_effort":"reasoning.effort"}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35C46-08B2-4B40-BAD4-0E2CA0F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82FBE-5789-49E8-A081-FBC7654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{"reasoning_effort":["reasoningEffort","reasoning_effort"]}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1E6407-D086-4700-8986-F558B0A6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F254AE-6145-48FA-A037-35BE5C44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{"via":"model"}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BAD6F2-9DB8-4990-90EB-BC40592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247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96335-70F8-486D-BBF3-41585A6C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333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{"reasoning_effort":"model.reasoningEffort"}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F7F4E-8C57-41DD-BDC2-B493043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1CB69E-5815-4E1C-AC07-93D92306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Supported effort values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655702-B2C8-4137-8A25-32AA3EC2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FA5EF-65E9-4479-A197-33C65A0C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F07178-8433-49BF-B233-6D4427C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9BAE6C-6CC0-4AE0-8862-A83523B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A408A6-3564-4F1A-B004-14F07A6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676495-1A38-4C1C-9364-5E1801D6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{"effort_values":["low","medium","high","xhigh","max"]}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1DD532-92D3-49B5-BDE1-337792C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2059DB-DA41-4852-A847-9EF7F8B3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{"effort_values":["minimal","low","medium","high","xhigh"]}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AEB7DE-35AD-434E-A33F-1BFCDBB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E05619-04C6-43D5-81FC-915D60FB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{"effort_values":"off, low, high, max"}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D14149-6D30-492D-A411-D1D0F23D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25DBD2-6D3C-43AF-B9A3-E88CDE6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5D8683-6B29-4A80-9867-C4DC96B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295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C47339-46B3-4876-9DFF-84504E3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381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{"effort_values":["low","medium","high","xhigh","max"]}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97821E-D6C6-4EEB-8A90-030BD4AA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848CFE-8613-4B45-B97F-4851A57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Thinking enabled/disable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E0A73D-6392-4628-9CC0-1CB1CFC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D6AC17-B146-4D70-B6F2-B0EC9450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9D87D0-FB06-4F9A-A528-21B1555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38CB9D-1174-40B5-A17D-BA155B4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3CCF02-CCC0-4502-BE34-8138B95D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90BF55-6042-4956-8BB0-B7297DF0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{"thinking":"thinking.type"}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7034A3-55BB-4063-82CE-F25CE5B4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11A78C-2697-4A3F-A32C-6BA197CA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{"via":"reasoning_effort"}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186CE3-D64C-4042-BEC8-38A5015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0EE9F0-D306-4D7D-8FC0-CF7DD4B1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{"thinking":"thinking.type"}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18679A-B9B4-45E9-99CD-34157736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2FE78D-EAC2-487E-8EDC-17346D48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18D93C-B629-4951-AA67-ED4A0014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343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212B35-5F34-41F8-A004-C26216F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4429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{"thinking":"enable_thinking"}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7B32E4-07F4-47A3-9A36-B70C10C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28E83F-8C14-4AB3-8B1E-D81B650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Thinking-token budget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FCBC6B-5880-4F0E-9C5A-FF4D60E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0A56B3-58C7-49F9-ADD5-C465E984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{"thinking_budget":"max_thinking_tokens"}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94B4D6-65E6-4AB4-9AFB-EF8985A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D30DA3-95A1-470E-8A4C-39136F9D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FDD2201-ADBF-4819-9DEC-0099BDE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72E862-5C70-43CC-8A19-F42C37B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{"thinking_budget":"budget_tokens"}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8FC341-6D26-447E-8D6F-CFBB8545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94BEBC-A174-4355-8EE7-A03384B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{"thinking_budget":"reasoning"}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6945A5D-1530-43F5-AF58-AC86D618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6ED9BE-9C0A-4183-B55F-574124E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{"thinking_budget":"reasoning_effort"}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C9D9D6-C841-409D-A878-0DFEF803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7E0A94-73B4-4F3F-AAED-33337DE9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8882E7-54C1-4D48-A8E7-F6E310A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3911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95C527B-F3FE-41DF-B533-04078A9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54768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{"thinking_budget":["thinking_budget","budget_tokens"]}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F2B439-0A8B-4894-BC56-166F031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B9B09B-A1A0-4FA1-8EE6-1B5B7C1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Maximum output tokens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58CCCA-4B7A-4F9A-BE52-219455D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702337-0454-45B0-892F-8575757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{"max_tokens":"max_tokens"}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A8F446F-F9C6-4F63-94E1-BDB12DE0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711EFEA-BBB4-451B-B68B-1465DE3E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{"max_tokens":"model_config"}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27540C1-6C07-4A6F-BD12-48D8799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EA9B59-F8F2-42C9-BA8C-0201FC3C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{"max_tokens":"max_tokens"}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B41AB57-BE48-4572-986C-377F0E09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2640B1A-B50C-4103-8393-5688FBD6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{"max_tokens":"max_tokens"}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45BD8D-BC14-4EFA-802D-A1027073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9EFE30-D5D3-441F-9F89-D9440A41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{"max_tokens":"maxTokens"}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6A7DF6-66BC-4D4F-87A5-3CB49913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D94C3D-5E59-404A-87C8-E53A4B44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{"via":"model"}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A23F69-17F8-470C-98BD-C4BCA247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64389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E4DF56-C0A4-4B6B-8933-15E4DADE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65246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{"max_tokens":["max_tokens","max_completion_tokens"]}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34FAAF-AF03-4EDC-833B-F67FE6A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866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35E539-813B-4B55-8B45-571AAEB1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723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Sampling controls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5B5200D-AAEF-400D-86A0-87AE722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B4B0301-912C-4AAC-9B82-07E05207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{"sampling":["temperature","top_p","greed_sampling"]}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3DB567-7887-4373-80E2-2DF824B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A226568-398F-470F-8135-CDA4025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763C82D-08D7-4DE0-A06C-B4EC8C4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5054DCD-08D9-4035-A9A1-5CBD612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{"sampling":["temperature","top_p"]}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FBAB2C2-A448-4E6D-9B52-F156AA2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E7C572E-005E-4349-B5B7-9A44CA62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53F03E-EB7B-470A-85BD-1FB9207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40FA2CA-4FE6-4419-A89E-9B9F115F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{"sampling":"temperature, stop"}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1E67F3-E2CC-4669-BA73-22B7D71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6C2586-1A04-4304-B2B6-31ACD30C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70A05CD-FFE6-400F-991D-CBB630C9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74866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2CA77E5-FB4D-405A-9230-FF450F00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75723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4498BED-1A18-4102-A798-72BBCE43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3440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41E6B8C-B484-4847-A71F-9AF04964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2012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Output verbosity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802491C-CC67-4596-BA15-8B5923E9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4DD5053-15CD-4DAE-9508-42F9ABA5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A5BD565-38A0-4A2C-8798-D6AEA669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483207-0E33-4271-AA81-9CA1CBFF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3C5CEE-9BFB-477E-AC8C-06CB5160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8E999B8-9D01-4A45-A1E9-92A4CEB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{"verbosity":["effort","output"]}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DBB2BE-92DA-4B4E-838A-75E1ADAC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9FF040-EF17-4168-AFBD-25044448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{"verbosity":"text.verbosity"}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199CBEB-B7AF-4D64-93B7-3C27C94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D9FCE95-DD6B-4BBA-8BDD-00CE3B2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DC177D-DCE4-4768-9E99-D2D057E5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B16A3CB-999D-4893-8E0B-7A4BBF1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642C59B-74CB-43C0-876B-3829E53F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853440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B0D064B-0CC3-47A5-B218-5D280965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862012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cxnSp>
        <p:nvCxnSpPr>
          <p:cNvPr id="266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5B366E3-7F36-461F-B44F-F460884D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2CF8BD7-A6B3-4832-9231-740DFDBE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6921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CBB49C0-EB87-477E-9CE2-74696D7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4. Cache-management signals</a:t>
            </a:r>
          </a:p>
        </p:txBody>
      </p:sp>
      <p:cxnSp>
        <p:nvCxnSpPr>
          <p:cNvPr id="151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76249-6844-4BC6-B91F-1B6E1E76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EF7CC-9C36-4231-BE66-9F16351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50AF5-BB97-4D6A-8E88-C6DA35CF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909E6-266D-4780-8501-1C720104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3F18F-AB84-42B1-9636-6A53687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12F67-EC43-45B6-B513-8C3C8B3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874FE-F179-4F62-B13E-8BFDB18A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68DD0-85F7-4861-9CE1-00D80D8E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C5255-4CA9-428F-A498-A6C9137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E3B78-16D7-4FA2-9D52-EEE5E726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2F2F6-7EB3-49B0-BDC7-51C86D97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9B000-33D5-454E-8153-8DE621D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96B37-2D47-4E41-A976-43AC1682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48436-31F5-4890-BE10-981CB978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DFC3D-B745-44FD-AD3B-07CA2AF6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EB3A2-91BF-4B65-8BAC-E6C9091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E08B7-DA84-46EF-9B9B-0C52311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F94D7-3376-4D92-BEE2-BEE52777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key/bucket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91903-B4F5-4FAE-86EB-25E5296C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DA7FE-26A0-479A-A492-CC1E21FC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{"cache_key":"Automatic prompt hash; no client cache key"}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0366D-E1EA-4928-AA61-5CE32F78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720D5-3E90-4665-B9BA-8145FD01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{"cache_key":"prefix_id"}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71B06-3F2F-47F7-A154-D1894F4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16560-665D-4ABC-A4CB-F3FFA68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{"cache_key":"prefix_hash"}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045F8-60F7-4F6F-9A29-591BF821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6ABDE-E661-4A04-B97A-912A266D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{"cache_key":"prompt_cache_key"}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76455-FBA9-4CE8-8C07-F20390B4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C0BD0-0853-4F0C-AF19-D564A96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{"cache_key":"prefix_hash"}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08E740-7D7E-47AA-8FD3-2DAD9BC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22C2A-8739-4629-94C4-2A993DA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A5D23-CE27-4CF3-AED4-F526A9B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2B9C4-0508-49A5-BBC5-1DE5B956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{"cache_key":"prefix_hash"}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DA6A2C-DE34-4790-ACDE-53CB548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4C8BCE-035D-4F5B-BAF3-746D0304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namespace/isolation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49B28-71BB-4A39-9152-B99717E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FEEB5D-7C40-4E09-A62B-441AAE1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{"nvext":["cache_salt"]}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226D89-7195-4796-8D49-2C593B97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127681-6957-4A6A-ADD0-BF34B5F8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{"cache_namespace":"nvext.cache_salt"}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0BC44D-6B09-42DD-9C4B-10DC06F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29B9D1-E7B1-4428-AB80-B0EE1A6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4C42D5-F70B-4B1F-85B2-211B694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7B682F-56EB-481D-A2C4-EDDF728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{"cache_namespace":"prompt_cache_key"}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8B7E54-BB42-4FC4-B1B9-2539ED13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BF31E-8162-423F-A7DA-55DE0B76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1ED41E-7263-4FDA-9107-C99F5C8C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15EE79-6AC2-476E-9702-65476D30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EB4136-F8A4-446C-B499-F65AA3E5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CAA3D1-4BC9-43A1-B752-521EA38D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D8BB9A-B957-4CDA-A40B-30B0EF4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611593-7D07-40CD-92A6-C65F352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TTL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54139C-DF5E-4C57-BDB7-8EE53893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16ADB4-0788-4205-9FE8-661F0880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26E27F-B7F9-416F-A1E2-477D7469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438244-391B-4252-BACE-933C25B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{"cache_ttl":"nvext.cache_control.ttl"}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52B713-FE85-4AEE-B2A9-97A0AA1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461AA7-B779-4D83-8395-54D47FDD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{"cache_ttl":["5m","1h"]}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3B8328-0D98-47A5-85BE-1CF243F4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14867B-B41F-4994-A519-5055608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{"cache_ttl":"No explicit TTL"}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6D149B-9EE0-46E7-B15B-5C602A8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62D9BE-65A8-4006-AB50-4B048EA3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2DAC10-CE4F-47AE-8E98-F16B78C0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06AFB3-31CA-4D74-A765-CC745DAE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063B4C-FCB7-4C84-B815-AD9986D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26E2DA-745C-4A70-90A6-CF7E5345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8EC421-61D9-4AC1-A847-4106CA9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113436-D0E6-4C62-81D8-6810466E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entry type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0A2F06-A7DD-4881-B812-A7B66867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7D107A-C0D5-4461-B8C8-5BB380E8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ABA1C2-6366-42DB-9F8F-C400654B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EFD8E8-A180-4558-878D-4BE7BCB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{"cache_type":"type:\"ephemeral\" experimentally"}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65547F-288F-46AF-94CA-7E96853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18F53A-398E-4BAB-A83C-3CB98A0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{"cache_type":"type:\"ephemeral\""}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E73DE1-C58B-43D2-9C6C-4E1781B2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0A5580-1CBD-4D1B-A52A-624A519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65A6D81-CB1B-4712-AF93-D4C2662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5385AA-E248-4B94-8283-FE4B2E82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794EAE-9CA1-44BA-B908-347DA0C0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1D147FE-61F1-4DCE-88AB-8833AA58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46CCEE-0284-4E2C-88F3-F3DE673E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802AEE-91E6-4419-BF31-495516F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3AB39AE-CA18-49BA-A935-7301041C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194472-630A-46B3-B617-70009DA7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Eviction priority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484A7F-857E-4379-BC64-ADCAE3D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478878-133B-49E7-850A-D07D7EF9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{"eviction_priority":"priority-aware"}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9A3F46-18F5-4EC6-B174-23947D74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71ABDE-18D7-4CB1-82A6-47DD904B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{"eviction_priority":"priority"}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A0A418-77BD-4FF7-B6A1-022B6F13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695B74C-F982-49ED-9F55-F7432E54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A2A3048-3B2D-45FB-AA0F-978843C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82A54C-12CD-4661-B017-4F6561A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64D89A-2ABB-42F6-A412-B0E5639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6F3734-D16D-4E2A-9E11-2A6A0E4A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2B5CFD-AB0A-449B-877F-B1E1936A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92A741-5A25-4C1D-9F62-94A24B63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{"eviction_priority":"None unless custom"}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67994F8-F1B1-4A92-B6DF-622785A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BEB37A-0FBF-465B-9514-FDB172E2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EBEA420-A63A-44DA-A8C0-CA9DACE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9607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A3CC92-C732-4547-8F92-9B05F140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8180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prefill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B47220-BDB5-45C2-9C75-60A54672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9263DB-02C3-411E-A446-D7CAB35E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{"speculative_prefill":"speculative_prefill"}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4D1E55-19F2-4318-B447-68FBAC9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6E05B4-D059-4676-B591-F016ECA2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9B9CC9-DB57-410C-8CDF-52BE99E6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43CBB4-E4E3-4477-807F-AEE0194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95E0A38-B610-44EA-8F39-3E896495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0E4E9A-A9D6-4D7B-B1CC-ECB13C1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{"speculative_prefill":"websocket_prewarm"}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916F83-EEDC-4BCE-BB6B-8B8CE2A2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2D3F4DD-9E24-4B51-B362-2285B7AF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3F6B2C0-8E94-4226-9240-694BF1CF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C3CABC8-B8D1-432E-8B32-250624F4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90AACA5-1D09-4F4E-B0F6-D4903B9B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34D4D0A-919B-4D3D-82AA-3D172DED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{"via":"ui","speculative_prefill":"speculation"}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3B00359-03B0-4E5F-A11E-392990B8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905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7D47F8-DA9F-4B94-BF88-F20EB12E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247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Cache-hit feedback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DBEE940-B68E-4439-9393-04CA4120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50D347-D7FD-45A8-9491-6610055D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E83FDC3-7F98-470A-B1D4-104B513A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732A66B-94B6-4DD4-AAE8-25E41690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E636AAE-AD8E-48DA-A6B4-71940F19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26789BA-1475-4307-ADBF-250B0D1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{"cache_hit_feedback":["cache_read","cache_creation"]}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19A8FD5-6D7B-4177-9BEB-79D4138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99A4E43-AC3D-4570-97F6-A723839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{"cache_hit_feedback":"cached_input_tokens"}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2E2223F-3B13-47BC-B5F2-8E7B15C6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C0EFBA7-1937-4DAB-8AB8-DEC8003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{"cache_hit_feedback":"cacheReadTokens"}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45C5CFE-8710-486B-9B0D-F069B131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4FFD497-C6C9-46E0-9B21-D97D312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D3AF5A4-2409-41C7-9564-44C1FC95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17046A-923B-464F-AF2C-C8F93159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F1F00F-B70B-4BE1-BC6A-293FC452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8202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EF1069B-4CD4-46BA-A0C1-DBF635C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pinning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F5EBA3C-AE07-4236-A014-170EA46B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AED4436-EC45-4C84-BBD1-AAFC6F15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C14B65E-1BBF-46C7-BF72-60CF5C22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10ECFD3-D64B-4A30-91AC-280EEB10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{"cache_pinning":"version-bound"}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51A8DF9-CA36-4B83-B7AD-4F0B3E0E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2D6D77F-86C3-4A9A-9CA5-6B1E741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00FA436-81EE-4971-B68D-D0C8EBFF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E97CCC7-6566-4B8C-8C8A-8786F66C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28A0B08-7836-46DC-AC81-54FF849E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317A2B4-06D7-4233-8F1F-E9A24CB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5933F36-2F94-42EF-9D96-34B9A287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D21CD77-22FC-4792-B6C2-B2D6A30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1133BD8-DA35-47E5-AA75-7EFC182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3E6C182-9F6E-4D7F-A7C7-4F370CCB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cxnSp>
        <p:nvCxnSpPr>
          <p:cNvPr id="296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B5723A7-96AD-4726-8A30-0BAD588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447346A-A3B3-4726-88B9-50EEEF3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807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8D31490-2B61-47F7-9E5B-FE8052D6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5. Identity and hierarchy signals</a:t>
            </a:r>
          </a:p>
        </p:txBody>
      </p:sp>
      <p:cxnSp>
        <p:nvCxnSpPr>
          <p:cNvPr id="135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C020A-E154-4BF4-8E8F-C51D99A1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ED9EB-D9C8-4080-A682-FEED56C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A1987-FC23-499E-8813-3F526511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0E137-941A-45FD-82DB-9C7F070A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27DAD-1D28-497A-9C0C-2DFC6858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0D5CB-904E-424F-BE09-0AA69D5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3397C-555B-48C8-AEA9-B5EBE84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D5F1F-49C6-4745-92FF-103EEFE4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98C7D-F213-4C63-9538-10DB0186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19E8C-590B-4DAC-9C3B-37F2FAB1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74A4D-237C-4C77-A602-E569F77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4EFF0-339D-494E-BCF9-6095C24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201E8-3D61-47C4-A267-E8B26242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514DB-9C39-4417-839B-99EDDAD0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6069D-71E6-41E5-B730-C128237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B3F2C-A0A2-46AD-9FA7-8AD667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55E12-9A1E-4671-9B22-605DCFD1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3386C-AA18-46D6-AB68-01FCA638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7A5EC-FB66-4A4F-91B3-24810BDD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0A007-0DDF-4F2C-B8AA-7666445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{"session_id":"X-Dynamo-Session-ID"}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1F770-A63D-4AC3-81AD-F6BFDEA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DE6AF-DA7B-4DD7-BF2A-35D05E9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{"session_id":"prefix_context"}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E9176-4A88-45E9-B027-4DAF7CC7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08146-4A48-4707-AE61-C700E537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{"session_id":"x-claude-code-session-id"}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2EB86-A449-4681-8B38-F8E48A8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EE4C30-F174-434C-8193-CCF590C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{"session_id":["thread-id","session_id","thread_id"]}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C94D3-ED8C-4D52-A534-352108AB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D85AE-A2B5-40B7-B5B0-6C732028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{"session_id":"x-deepseek-harness-session-id"}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FAE9F1-BA1F-4A8E-864B-26E16568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2885C-19D0-46B6-AA87-835E8D31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{"session_id":"thread_id"}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7DF96-D92D-405A-A2E3-CF5B264A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7A312-52B9-4E50-A3BA-2B38A5AB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D918D-3204-4CFC-98C8-E4D4DEBE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EB1B0-13D1-498E-9ACD-4513F46E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Parent session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A066A-0F3A-42E2-A7A9-5B31239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985CAA-D5D0-49D8-B1E4-B5CBE8C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{"parent_session":"X-Dynamo-Parent-Session-ID"}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2EB800-9A2A-4694-AF81-F43DF56E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7D1199-0C01-430C-AACD-1308EF6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{"parent_session":"call_stack_prefix"}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C6074-E0B1-458F-952C-E4140F29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7883F1-8D08-4991-9461-A65F0491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{"parent_session":"x-claude-code-parent-agent-id"}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4D8A63-C6DE-4DB0-A448-A52FFB9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70FF9A-3D4C-4D88-9E38-225AEBB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{"parent_session":"x-codex-parent-thread-id"}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CF6A2C-D8CD-4534-BF6D-DBF95CCC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E86EFD-66E9-48EB-A09E-DE8AD3E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1BC9D-D678-41C9-BF33-1E360F3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A2A87B-1EC8-4069-A588-EA99DD7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2A2164-193E-4F2C-A8BD-803E3A77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81DC19-6DB0-467A-BF9D-2EE2CAF6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{"parent_session":"None automatically sent"}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AC137B-A744-4116-8D2B-0091F45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74FF2C-46A0-415B-91B7-2F5D6722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Agent/subagent ID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ACD865-F2B9-45F2-ADB0-8CE69B59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7D2F62-1E4B-4468-B256-3D2BB061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{"agent_id":"Normalizes supported harness headers"}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1E312B-D417-48BF-8ABB-6971D718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E0223B-A7AB-45CA-AD7B-DBB2B97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{"agent_id":["prefix_depth","run_context"]}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DCFF1D-A108-4BE7-AA20-04BD7FA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BE9BCE-0628-4D6F-A861-A3BCF912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{"agent_id":"x-claude-code-agent-id"}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D245E1-309E-4462-9BF3-2A4DB16A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D32459-16C6-49F7-9931-9E7C455F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{"agent_id":"Subagent metadata and headers"}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6E34D4-AF53-4A11-84C6-D7A5704B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48CF3F-06FD-4D74-86C4-3131CFA6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220B24-1168-411B-8B8A-9E31706D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49305C-F432-4FCF-BD33-5BFE38ED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{"agent_id":"ls_agent_type"}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B8A4C1-8273-4695-B115-3056EE8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2430F8-DE0A-44FE-8A8C-B8B68731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ECE853-4042-4869-80B4-FCF94E2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92CF5F-A661-4015-8B65-7A293B6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Turn ID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F620BD-E16D-4E4F-8984-36AA646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84511D-EF4C-4565-B356-42F63AAD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2A6713-C0F3-458F-A8DE-279FAECC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D84ADA-78F0-41B3-9EB7-ADBA8FF8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B5B156-1A4F-4B98-87C2-1AA8E59D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D4F08C-EA75-48F0-ABCE-AD5DBA07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{"turn_id":"Not exposed as a stable documented header"}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A162E9-4F8F-4E98-9583-CDF02E43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EE349A-E2A6-4AC8-9383-EE8EDE1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{"turn_id":"turn_id"}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6E3075-AA41-4C91-9AA2-0291797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49F8FB-F7FB-4453-8B54-DA905DD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{"turn_id":"conversation_state"}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CD4418-6A0C-466B-B8AC-F2CA35A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59AEF0-9615-42F2-86AB-478EA92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{"turn_id":"checkpoint_id"}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D2370B-0B24-4C84-854C-16E122A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51781F-BF67-48AB-B9B9-3486E5A1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FD73BD-8E1E-40A8-BB71-309AEB9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3CC12DF-87AF-4D40-A47C-9201AA87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7222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Root/parent turn hierarchy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8D511B-11DA-4AB8-813E-8EF595E4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4081EA-7DF7-4FC1-AADE-FB1A21E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{"turn_hierarchy":"Consumer-defined"}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303B5D1-147C-42B1-AA89-0889D067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8DF2CA9-2AAE-4003-95C0-2D8FE6D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{"turn_hierarchy":"workflow_context"}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A0D127B-815A-4B50-85DC-7B30ADB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BAE3B0-66E6-49AE-A30E-14D3C80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{"turn_hierarchy":"agent_hierarchy"}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D967974-12AE-4FFB-A637-3EEFFA0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1926171-253D-4DBA-B7D5-4EBEC5E3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{"turn_hierarchy":["root_turn_id","parent_turn_id"]}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9A83F69-9846-4B2C-ACBA-B3B8318E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54ECEA-6F96-4E1C-B998-9089F3E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079883-0F3A-4438-9748-3F8A3942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4530B07-9161-4C3C-AF00-D3CC2BCB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FDF64B-DD7B-4DCE-B2A4-F6BD100D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FAC69D-72A2-4359-8B08-51554BC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9E0019-4E31-414D-8FD3-89198ABC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6282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32C4902-AE10-4D5C-9BA3-5C8E8636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48550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Anonymous user/installation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6FBEA5-EF2A-4E34-B962-F1FA1F9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161A4F-1471-4ACE-B9A1-5D64D95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{"installation_id":"Tenant/session headers"}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1FB234-ED82-453D-8854-9840BF76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26A947-A6AC-4F45-8B55-09C7C0A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{"installation_id":"None central"}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9EF5DA-EA3A-43D5-A2D3-8A461EB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CF3C3D-2881-4551-B66A-56289CF2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{"installation_id":"Provider/account context"}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80C741-1133-4524-9710-A755BBE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AF080F2-F5B5-484A-9423-CA6A90E1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{"installation_id":"x-codex-installation-id"}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2D01FE7-18F8-417D-B23A-FCEF7E49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B7CCC8F-C9DA-46D1-A045-6894979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{"installation_id":"x-deepseek-harness-user-id"}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E16C784-0077-4DF0-AF34-5E75C436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E45DFB-3E84-44D7-9935-5646D7F1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{"installation_id":"runtime_context"}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833A77F-D07C-49B8-A2A6-4EFD7D0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93BC29-1C3B-4C08-8877-FB33C9B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0D6309C-43D2-4F4A-B4BC-2C87C6B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3915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C806BA-8C3F-46BD-9E35-D5EFB12D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2487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W3C trace context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E583C7A-93EE-4E3E-B007-05FFD78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B527A5-392D-4FB2-A553-F042370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664B17F-D595-4563-AC19-4B53E59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84A7F7-C816-42C8-970C-9CC80E2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20C0407-9424-4E3C-83C8-257EBB11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F1FCB58-D5BE-480E-8F29-0F4EC2C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E21CBC5-9E99-43BF-AB55-2B41B9B6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BDDE963-E44B-4953-A4B3-0B0AD1AD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{"trace_context":"otel_metadata"}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81D3541-BC46-46E5-92CC-968B7B8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EE24FB4-6123-41EF-8F3F-C68905A4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{"trace_context":"request_ids"}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990827D-C5C1-49FF-B86B-6E142D6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BAECBD-8EC6-436C-BA0D-EF44AA17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BA2C49-1172-4F8A-AC01-97AA30B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D7F6AD6-CB87-4423-BDE9-48C97B55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cxnSp>
        <p:nvCxnSpPr>
          <p:cNvPr id="264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7796CB4-2087-4DF3-9837-3283BE46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EF23464-64FC-46F4-A643-62942CA5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8356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10AB62E-B1FC-4475-8536-D4F5DBD7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6. Lifecycle and request-purpose signals</a:t>
            </a:r>
          </a:p>
        </p:txBody>
      </p:sp>
      <p:cxnSp>
        <p:nvCxnSpPr>
          <p:cNvPr id="135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1707B-65CA-4B8B-BA20-FB5E617F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30FA-E835-4FDC-A1D6-C469D5A6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E03CC-F884-487F-9570-2127C7E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528E9-676D-4100-8DCE-DF6D093A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5AB3-D540-4E88-9CEA-77C3BF44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22E1E-D664-48ED-B8A2-98EC0A5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3A4DE-7B08-412E-9D02-C7D8BF0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60367-FCC5-4A25-8106-E7274C2A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18D04-A728-4E16-9D1D-D3B007E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EC4EE-8122-4C24-8223-5712683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F0227-B2EF-44F2-BAE9-CBA7783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6B527-EF7D-481D-B02F-AF5A34A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F35EF-AC63-4C6D-9325-D9A6FF2F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4B786-1023-46F1-84B3-3DB2B832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D354C-1573-401D-80E7-9662093D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350FA-EF9B-46F9-9F03-6690B52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E08A7-0761-4FFD-BCA9-E9DE7ADA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23176-B36A-447E-B138-8250C8CB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Normal agent 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B8C9D-A7DB-4776-9C42-782DC7AB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F9BB3-9B46-4FA1-A103-A18DB183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{"turn":"default"}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C98AF-75B8-4655-8027-249D57B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E9D91-4EEB-4C0E-9753-84B7DCD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{"turn":"default"}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294F6-8427-4C61-A57A-72AEF7D1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120EA-F26C-4412-9ECD-5005583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{"turn":"default"}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F94A9-0ACA-4977-8A72-B0361E95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306AF-4CC2-4DB8-A681-92A1E4A6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{"turn":"request_kind"}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B97910-BA77-40D4-8A87-D6AE28D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6F324-D692-4E7A-9B2D-172E087E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{"turn":"default"}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64A340-61D1-42E2-A42D-5ED369CE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766372-A49E-4454-8912-1E0C103B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{"turn":"default"}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085F6-4BF6-4711-8B94-A4EFE31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9812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5B808A-B276-4415-A8D4-1B87FAA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0669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{"turn":"default"}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63A6A-2077-4448-9E7E-862AB008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5FFAC5-A8EC-42C2-9F86-884CFD6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7FB27-9478-4158-89DD-9184ECC7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5042F-FB94-44B6-9AE5-494CF14D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{"via":"metadata"}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F3474F-DF44-4BE9-ADEA-719B94D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2547D-D2E4-4015-8B5C-DB5CEEF7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2664B9-D782-45E8-B7FC-662ABA3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65A76-FF44-4B1A-A234-01E299C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C82A7A-9A38-4D4C-8EE8-D89A0E0B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171FE9-E8E3-43B6-AAC3-E870B7A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{"compaction":"request_kind"}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17760B-D21A-4E51-B3BD-455A7BA2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4FA0CC-1CEB-4E30-BEDB-A31C01DE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{"compaction":"x-deepseek-harness-compact"}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368A8B-A456-46C6-B004-B388F4C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DDC356-FC39-4A21-BD50-9A546929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8DF85E-82B5-409A-B4C6-58438BC5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0575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56794A-CDE5-4999-A3C7-DF6BC1FE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1432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06E928-358A-416F-AF55-13FBA753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D08A42-E8B7-4EE5-AE84-84B31AD0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Prewarm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21056D-7CE4-463A-8C1F-E6886B64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4C15B5-FB0C-42FD-A1DA-8B979993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{"prewarm":"speculative_prefill"}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869862-C7A4-45C5-AF21-0415C51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05A899-D62C-4366-ABDF-31B4975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{"prewarm":"Not currently emitted"}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05A253-056C-4990-AFEB-873364A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ECDDB8-7DF7-4D91-AF98-A9F801E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22DB18-F785-4EEB-9750-A45E35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6D877C-8E34-4358-8888-311187D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{"prewarm":"websocket_prewarm"}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3A62C3-8C09-461B-A692-9DAD14ED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14017A-B641-4CD3-AB92-E3093D8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79C648-3B44-4FD4-B269-F617708D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B5B17F-2F4F-4F86-8504-BA97951B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080528-3428-4A2E-B840-45D900C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1338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CB2BBE-AEB3-4B30-9BB8-A72F76E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42195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{"via":"ui","prewarm":"speculation"}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3FC96C-A0B6-4362-8DB6-430A030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B8FEDB-D3F2-41EA-8FDE-C0733697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Memory request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BD8E28-C245-4019-852C-A471B86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D13411-9C89-4E24-9089-F1C2029B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DA18BC-543D-4674-AB67-F35A76A9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7B4288-DF9A-48A7-B3B1-01560AC8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{"memory":"Workflow dependent"}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9950CC-290A-46ED-B2E9-0A5FF141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CED2E8-3D14-46CB-8156-64E3D4BC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D12CEF-A2F3-4805-96FD-8A175EE2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92BFE4-087A-4E6D-B2B9-C8F7DE97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{"memory":"request_kind"}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AAAFB99-5976-4497-B4E6-795B6D0E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2636D06-79E9-4E74-9FA1-8CEEB5D9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D94D80-7870-4B80-9692-166BEE8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76FE50D-4502-464E-8EAE-68D4B11B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{"memory":"checkpoint_state"}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FD33B3-EDF9-4834-86D4-67CAA6C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21017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69B24D-334B-4045-AF6D-EDD23A6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529590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E5A4C1-0415-47E0-AA77-D76C5E19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602658C-FE59-4EC0-BE5B-7847694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7222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 completion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5BA69D-2A98-4E8F-B71F-F36BC78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A7ECD2-44B4-4840-8529-F2B98518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{"session_completion":"X-Dynamo-Session-Final"}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AA999C-620E-4161-B496-3643846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572911-9776-4313-9DB2-D9CFDDD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7431D0-0357-4744-9D16-EB04147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38F1007-4BF8-4673-933C-4A0AEB6E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C3128E1-2E7C-4DD6-B9B8-46700627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0FC733D-F83F-4897-AB8B-DD67D48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411486-C7FA-4EB0-A5A4-3C9FAC9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DB426CD-A897-441E-82CB-2EDF4FBB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6D4290-BB82-49FE-8366-7AEB6F9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D5457B-523D-49E9-BB3C-F113C034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{"session_completion":"run_completion"}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D2FBA6-0714-4F0B-ABDE-ABD7DF0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628650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3ABA6C-CF1C-42EC-BDE4-311A0D7F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637222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0E6630-4D02-463F-85CE-83B5513A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62825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D1F14C-59EF-4B17-A23C-91B677F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48550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Session-title request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761C385-E7AC-4D70-B201-89781C30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A1833C5-2FAA-43FE-80D5-60D535C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02EF47-1DF2-4225-BC49-1818696D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A9DB6AA-8F26-4DCE-9B40-208156F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BDF2FD8-3DA7-44DF-AD52-597268D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61956B3-6224-4229-A590-2C67D2F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B6348B8-83CB-4EB3-8782-EFBADD24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3D6EDE-04C0-4ADB-9C2D-0DF52B5D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{"via":"metadata"}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2A04E2-184F-4F4C-A6BD-642B4C7D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2E7A3-D2BC-4A1F-B96D-56086F2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{"session_title":"session-title"}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D9A3B3-2102-4BF0-8FFE-99C287A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7550B44-F064-41E7-95C1-1D720820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9228B98-7849-423C-AC58-FA07668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7362825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F6396A6-D671-42E9-9B71-829FCF1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7448550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DF7E07D-8231-4BFA-946A-564F94DB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39150"/>
            <a:ext cx="2333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028C88-2066-4AA6-917E-D86507D3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24875"/>
            <a:ext cx="2143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Subagent creation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BBEE2E0-A57A-45E7-9C11-5B4C93F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9F714B0-D41F-4BB3-BFE7-8B2E0F0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{"subagent":["parent_session","session_id"]}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22A3769-04C6-44CA-9325-69F49D10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469B803-897E-420C-B666-F630D0BA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{"subagent":"stack_depth"}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6AA1742-A1F8-45B5-BCDE-E6E3E03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F4616C-DF3E-431E-B946-56829895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{"subagent":["agent_id","parent_agent_id"]}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ADDA602-9914-4479-A931-DAA4261E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E9B88F-7518-44B4-90A0-2C46FD5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{"subagent":["subagent_headers","metadata"]}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489809A-D600-4CC0-9460-C69968ED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2E1D7B-3B0E-42C0-BA01-C1CF3B3C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C3F621E-5126-4FA2-B71F-DF8D5032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75E72A3-61A9-4384-ACF6-3E7033A2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{"subagent":"subagent"}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9D75F94-EA26-4FF5-94E8-63B8CDB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8439150"/>
            <a:ext cx="21240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A93DD24-D1CB-4D20-93FE-CBDC7EB0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8524875"/>
            <a:ext cx="1933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cxnSp>
        <p:nvCxnSpPr>
          <p:cNvPr id="264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D9C4DE4-D1DE-49C9-8270-A23A890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8637927-CB8A-43F9-AA91-7C223EBC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3745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BA91451-CF9D-40B8-BCC0-6C0ED21C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7. Routing and placement signals</a:t>
            </a:r>
          </a:p>
        </p:txBody>
      </p:sp>
      <p:cxnSp>
        <p:nvCxnSpPr>
          <p:cNvPr id="135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E2CF6-4507-4A10-8E61-5684C2D4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143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86575-8CFC-48B6-8DEF-291C5F9E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8E86E-A2AD-4436-8E37-E5F38520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58885-ED42-46EC-A8B6-C8F7FD84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42103-DC10-47F0-B9B6-1CD095F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44A2E-591A-471F-B4F2-903C1FF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0609-7A7D-4940-89E9-D4A577B8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F909F-66E3-41A4-9125-50135FF6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8AC00-FC0B-490D-8B18-A9F0D722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85E28-981D-415B-8B20-A25B908C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AA1E8-5369-490D-9E3E-58457B4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844A7-AC37-4451-B7BB-65D1B55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F53BF-E881-4D49-B078-B2170A5C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28ECF-05FA-4784-A1B6-E355821C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8B89D-52FD-4817-963D-E7D41CE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1428750"/>
            <a:ext cx="215128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7EFE9-8895-4CB4-8B50-3BCF23D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1514475"/>
            <a:ext cx="19607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C973A-14DD-4E10-B536-8C2A22EE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52544-1930-4CD2-A071-0C57C9C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Direct backend 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BDEEC-7412-4D0E-B45E-46ED66C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AF246-747A-466B-8D2F-4961487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{"backend":"backend_instance_id"}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40FA3-F377-4518-8372-7B73A77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0A566-5F62-4A91-8245-376672E8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1F65B-AF4A-4B0E-ADBA-4D52EA6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E420A-B525-4A5F-A1B7-1AE2C8F9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59311-6161-48C4-B629-BA1F6DD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E787CE-C4A1-4246-85BD-8584A173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67605D-FDCD-4C8A-A8C9-71E4AAF3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0936C-00AD-4E66-BB90-73DAC864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FDEC3-F2BE-4B9E-9B31-A1FDA93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A37E20-9531-4A78-A261-0D3D062C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950DD-09CD-48C1-9D05-F9B64D0B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19812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419D5-DF47-40A0-8BA2-8CB58051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20669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{"via":"extra_body","backend":"extra_body"}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94483-A74B-4A7F-BE95-4619376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7AD6E-C552-4DA1-A395-C2BC817D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Prefill worker selection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97ED26-AC48-4EC5-91EB-5FE9AA01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CFECD8-8FC1-4830-A2A7-77B688B3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{"prefill_worker":"prefill_worker_id"}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C686CA-2798-4343-A5BF-6E8979B2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BFF273-5AA7-4FF0-8BAC-679E1921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2F25E8-3600-44B3-945D-7B4BB8CB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20D6E4-8C31-4D12-8D7D-2330123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7F0FA4-5D78-4D35-AE44-A1D24E76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5A3861-CA8C-46A7-BA22-8316CC07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61C6F2-E274-4A51-B448-FA09266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BE8927-74C2-44FE-8B24-05F1E357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39055E-CC90-411F-BF88-4C979EA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BE0D65-2214-4BB0-A8FC-534D7187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43A1ED-1DCB-485B-81B6-C7C6AD8E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30575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223972-7300-4A6E-934A-4A495794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31432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88EA30-E3A0-4D30-8684-B4DE2BF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56C778-ADAA-4E74-8540-CC007D7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Decode worker selection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BDAFC5-BB82-4377-A3DF-717EC5F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9259E2-EFED-47F8-B869-48D74A6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{"decode_worker":"decode_worker_id"}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82698A-7F3F-4173-B337-73A93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704D1F-02A0-419C-B673-30AA28A5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71836B-6A09-4B7D-8678-82CFC4D2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F5BD9C-8CD7-4FE5-862D-A0EC2DA0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5198D3-38C4-4114-B863-F7F8A6E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C45516-4456-4F7F-AC8B-13ED52B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D27F71-B4CD-4E88-AD53-5341F511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BE33E3-A4E8-4F09-BA4E-3505402F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8A9BAF-CA58-469A-AA5E-99FC58D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7CF8B9-3D74-44E2-BB93-7F846FCD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C3F42C-1FCD-493A-9EC6-5A1A0304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41338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CD476E-B43D-4C40-9CDE-682C79A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42195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4C7FFC-EFAE-4B81-9F1B-C046844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48894A-46EF-4250-9854-CB7FE963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Data-parallel rank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E83C4E-A908-4FA1-A7A0-C087F16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0D76ED-C152-4B0E-ABCE-1DB007A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{"dp_rank":["dp_rank","prefill_dp_rank"]}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F71B86-EBC1-4ED7-8F27-4A80ED30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F52168-F26B-41B6-AF5E-437B6053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74209C-02DD-46F1-8570-48DE759C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9509FC-F6D4-47E6-A4F4-17E2A18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9645DB-7B7E-4C67-B669-19CE821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61A3EE-9ED4-4E1D-BC7E-8E04D0A3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2C424FE-80A7-4598-9C74-B9B2D63C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9EB458-085A-4DFA-AC7B-6E01C2A0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B94CBC-E1EE-4200-8B7B-0D7CB15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880B13-5A93-4F36-98C3-DD734FE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B5BAAB-E054-4BCE-96FF-7AE3CDD2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521017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164B5C-2024-4421-AEDD-4B6A0AC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529590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A87569-545A-44A6-8E58-E9872BF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4C441E-7BED-497A-B18B-33B3E292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72225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Sticky routing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6D8929-6AFD-46B4-AA43-C66D02A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F542768-3E69-4A2F-AF61-555257C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{"sticky_routing":"session_affinity"}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7DBC8A-5B65-4D79-805F-6A127D0D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9A441A-226F-46A6-A4C0-744B283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523D06-B117-440D-8B3C-0E67156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6616F5-882A-4922-869D-8ED9037C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{"sticky_routing":"session_id"}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A0FD73C-DDCA-4BF5-B828-25BA6DC2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D291E3F-4092-4A48-A85A-CC9245F5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{"sticky_routing":["x-codex-turn-state","penAI"]}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EA95E79-5995-4027-8F57-7F2335B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E43712-E450-480E-82D1-97B6E19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{"sticky_routing":"session_id"}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6C17B4D-0CF9-43BE-8F02-4BDA3784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98604CA-3F73-4137-ACE8-DC735B14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{"via":"checkpoint"}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85FD459-E3A5-4BA0-A3F8-E43DE3B1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628650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B0BF30-5293-4580-B601-579FB0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637222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{"sticky_routing":"None automatically"}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001D5B-859D-462C-BA7F-87860CB3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62825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2340A3-B1EA-4806-803B-8037433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48550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routing hint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7D025F-ACAC-4144-957D-84C1B8F4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45B5D3-94D8-43F2-B0E4-5DD4A8A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{"provider_routing":"router_policy"}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0E124B-9509-413D-B8DC-226970BF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50FBCB-74E8-4DDC-8788-DE34CA2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2932046-3EE3-4207-9618-4D7AE0D3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A55ECF6-BC16-4D04-9F69-ECE3B1DB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{"provider_routing":["model","fast"]}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3F3AC27-0E06-4CA8-92E4-0F37D4A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0170CB3-8B32-45E6-BBE3-C9558E63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{"provider_routing":["x-codex-routing-hint","penAI"]}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161552-F689-4959-97DA-0B1D6CD9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A65FD7A-E8FA-4259-9786-5D8E7EF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{"provider_routing":["provider","model"]}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C0D8A93-E993-4FE1-965F-7A42F68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1AE859E-138F-4CCD-8729-1A1200A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{"provider_routing":"model"}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A84ECF6-C669-48D8-B70C-315B3CDC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7362825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17685D9-7CCB-4771-B07D-5184635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7448550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{"provider_routing":["provider","model"]}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CD1A41-5132-497C-81C3-8D1370C1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39150"/>
            <a:ext cx="21431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44065FD-8D84-4EBA-A5BA-E8ED4AA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24875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Cache-aware placement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1DC19CB-BDD2-41CA-B145-BCB7FD4E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B433C62-100A-4A98-9B07-80E312D4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{"cache_placement":"kv_router"}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A400613-87C5-4078-A45B-C87D9E8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14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7C67F9-0149-41AD-9D82-28BD17F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64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{"cache_placement":"dynamo"}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B6E28C4-09D2-413D-AD6D-01C43CD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9D696CD-DECC-4FD8-AF7E-CB93B81A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54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8BD1703-43FB-45FA-907D-A8A38D2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393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D5A52AA-8E27-4C62-8C8F-6DEA6FCE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643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118120-2CEF-4DC0-A387-6ECEA2A2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682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355BCB0-14E7-431A-ACBC-11053DA8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932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A00458D-DAC1-4F8B-9557-51B061D1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971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A0F2EEB-6619-46BC-9682-B696BE9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221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D61BA6F-0E6A-4B9F-9944-655E2ED2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261" y="8439150"/>
            <a:ext cx="2151289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C3AE19D-A4FB-4F2A-A04C-FF4AE0D2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11" y="8524875"/>
            <a:ext cx="1960789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cxnSp>
        <p:nvCxnSpPr>
          <p:cNvPr id="264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9BA53F7-B014-46A0-9D66-11C6BEF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1D80F64-77DD-4158-B82E-E3869857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36535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A63A6C3-A9D7-405E-8483-AA6154F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8. Observability and response signals</a:t>
            </a:r>
          </a:p>
        </p:txBody>
      </p:sp>
      <p:cxnSp>
        <p:nvCxnSpPr>
          <p:cNvPr id="151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9C1FC-B2C7-4036-8FE4-B921036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398ED-44D2-4A53-9D82-2ACBF8F2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Signal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2BF1C-0528-464A-A7F2-8CDC06A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2C6A7-88A0-40CB-B7E8-1F5B2FF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5E23B-0D66-41C8-86CB-C5315E7A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DC35A-A3BA-4D85-9967-899B95E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CD7C1-8FD2-475B-8722-34C0D35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3D69D-5C5F-4D91-8F5E-B758D485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A8243-0650-4DDB-9141-FE26CE10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FF545-C5ED-4CEF-9E89-2A63B76F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3F68E-4DCD-4A28-BAF7-DD4800A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7E938-DAA3-4E3B-9412-9609ED44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DE0C4-04F0-4700-AF45-C85B0F15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034F4-2F6F-41FF-8299-E8EF3851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2B29A-6129-4158-83C4-BD19147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428750"/>
            <a:ext cx="2124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A16BE-4611-4DB7-9694-AB71555A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5144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91982-C843-47DE-ABDE-067C55B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704E0-4181-4C7D-B110-BFA89043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Worker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04161-2327-4AE1-A2BD-9D62BD3E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C4BD0-C851-4F68-AEB1-7FEE15C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{"worker_id":["extra_fields","worker_id"]}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2A224-BB69-4055-A8D7-4921601A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C2497-AD4D-470A-AAC3-9ABF64A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{"worker_id":"dynamo_response"}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C7F63-3EF2-4FA1-B43C-66728F0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D3447E-E7CE-44D4-A489-5D25F3F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3F0D8-1728-4292-9A5E-05A1F1D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16BF9-9365-4B3B-8479-E24B67F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087C7-9A2E-472D-B3FC-122A4FCD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DD447-ACCB-4D1C-A2F3-5C88C89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9A813-39ED-4D4C-93FD-71A4F496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7FDB0-09BC-4659-99CE-FC034FB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DFE07-7A16-45C6-8D65-F4DF565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9812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20941-A0F6-4CAC-81A2-DF76F12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0669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59B748-A82A-4F6D-9364-501061E5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0A978-3EF4-4EA4-B6D6-21F4C0CF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TTFT/ITL/queue 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980D93-010B-499F-BE5C-8A27FD3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AF8E8E-CFF4-4EA1-912D-F8BF338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{"timing":"extra_fields"}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61599-8A7E-479E-A779-612B00AA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1F44B-E8B2-491E-AD2E-94A2CE9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DC3697-0FD9-4DBA-B17D-2F9F42FB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4A838B-5113-4538-99F2-D7802786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{"timing":"Provider usage/telemetry"}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DD5D24-24C1-4881-B917-8A322FA9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C9BE48-1D53-4EB9-B6B2-81D5317E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870433-1807-451D-B3AF-F7D623E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0B5CDA-E1A8-4DD4-92A5-41CE059A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{"timing":"General stream timing"}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D8D48D-A5FB-43BF-91DD-BD9A56F9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E043A9-AAFE-4695-9837-32034FE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92FFFB-89D5-4207-ACF3-EE809D6C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9241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15BE6F-FF1E-4B5C-9501-7DB9286F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0099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C36639-A00B-46E9-BC33-613AD97E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6827AD-9F90-4183-926B-28348AC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read tokens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E5A755-E906-4428-8368-8DB43784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D0E8EC-E652-4B5D-A23D-AB252530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B085E8-7BDF-4698-A586-E1A4850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3FCFE4-D597-4544-8F51-8B6CFA5F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C0ED38-9A11-41FE-8D46-1E1B1EC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778B8F-0974-4696-B335-81B9745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{"cache_read_tokens":"Anthropic usage"}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2218EA-4178-41BF-9799-2F9800D3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C5FD05-65E1-4C02-B133-412BC22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{"cache_read_tokens":["penAI","cached-token"]}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16302D-B4B2-49E4-AD1D-9CD21C8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198D9C-3E2E-4514-BCB2-E77B68C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{"cache_read_tokens":"cacheReadTokens"}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8EB331-F988-486C-A898-C125CE63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EA12C3-9CCC-4742-898C-4286D17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21A80A-CFA2-487B-B704-1BBE3EAB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8671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62E3C9-3868-4C02-BD97-00824905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39528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804632-6969-4B76-9BB8-A8375001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36FC8B-1DC3-4E30-88A5-8F3460F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Routed experts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D75939-2C9B-4946-ADE5-5FBAC80D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06FA95-7465-4D73-8C60-741507E6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{"routed_experts":"routed_experts"}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3258CC-BCE3-4CDC-90E2-C3311022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CCBA6A-2282-4308-AAF1-45819BBB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{"routed_experts":"dynamo_response"}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DC2B4E-CE7F-4A24-9E68-8535E3F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AC5E6A-EBE4-4B61-A71A-A440E228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48BFDF-B426-4F71-B85B-C7E94308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BAD24D-A95A-4675-A9E9-BCF719A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90AF5B-C90B-4760-AAD8-3CFC404C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1591B2-5EB2-4DE9-BAAB-62588C5B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C409AA-EAC5-4DCE-A1F8-766587F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6F528D-3407-40D2-A90C-CE6BF7E2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3E8AEA-3CB3-4B82-9153-9E7D37C4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8101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BC23AF-276D-4344-B09F-852C3E4E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48958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7475D1-0A69-4F04-B773-788036E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2674A5F-51BD-4285-B52A-04E6559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Engine metadata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6C69893-AEC2-4ADF-9C49-864A382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950E88-308D-4C49-AED9-775716B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{"engine_metadata":"engine_data"}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1307D0-3A3E-4BEE-91B1-265783B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1439C62-C48F-485B-823D-B68F987C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{"engine_metadata":"dynamo_response"}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C0DDA58-D7C1-4375-9F9F-F2CD03D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7FEA94D-806A-4EA7-9AE5-62C96A6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DDBE10-11F4-4591-BBDB-D07C489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2DE7606-8A0C-4663-9256-9C68AEDB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0FC6329-F9ED-4F36-9712-7E0E464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60B9FD-3CCA-48F2-8AE6-A2971C9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C3783A-3F03-412D-BC81-0A6F310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81ACF76-A6B5-4785-8721-DD0D72EA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223FF5-3FBE-4DA9-89A5-E453A539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75310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68A6A1-E125-409E-819B-839BD78E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583882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1D16A7-6CF4-48A4-884D-D3AC53B9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9607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0818C12-F631-4062-81E8-9F444675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8180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Stop reason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D55C832-4C3F-4678-A1EC-BE72436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F3D836-44D9-4506-8D36-BFB140B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{"stop_reason":"stop_reason"}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9425690-C977-4103-8064-B1C2E0E2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8DE7B3-D7AE-465D-A70C-93B43C7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{"stop_reason":"model_response"}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7FB13C2-0055-4911-9A15-B7D581C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099C50-0384-4A1D-8436-2E420C3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3FD553-8E0A-4DD3-B146-7B153B0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A6A9F2C-44B0-4F05-8DD1-E3D42B5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AA79C6-119C-49ED-8A92-4B169B63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BDA7224-A02C-460E-BC84-6CEEC54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{"stop_reason":"finish_reason"}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BAC6CF-8DC9-43A5-8DB6-125C2C97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88F3E3-E0C6-4C30-A09B-CAACE2FF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{"stop_reason":"model_response"}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A9D9BE4-FC66-4675-8B56-A955590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669607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290FF40-CCDE-4B24-BB68-8E881E0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678180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D752729-53EC-4F81-BF01-80885906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9050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DCB2C57-B51E-4153-98A8-C0BFC966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247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Completion token IDs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9BC007-C9BF-4F50-8DE2-68B6B55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6A122A4-294F-4405-A8AF-AC469803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{"completion_token_ids":"completion_token_ids"}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236774-5E89-40BA-82D0-871E5CF9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F590330-92AF-4475-96AC-56BA7B0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{"completion_token_ids":"dynamo_response"}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193A69C-363A-4345-95AE-4F7E7B1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EDE2270-8CE1-4B57-ADD7-9EA69360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B1C8B1E-5477-4C1B-8A8E-7A8B07DA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AAA030-AC48-4614-9B90-3CA65CC1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07F0396-8B59-4CB3-B074-D1D8366F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3389790-8901-4205-A409-2C281553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ABF7046-7483-4CC5-B0BB-17383D7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FBC76B6-C4A5-4559-9295-F9BE01C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09B9650-4CC3-4393-97A7-D2041FB6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7639050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0F8B1FB-FAB5-41C7-B316-F4B6157C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7724775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92C917D-6F9C-4EC2-88D9-966FEF6F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82025"/>
            <a:ext cx="2333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0AE1413-FE6F-4BBD-8791-9BE6EEE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Request IDs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4810C6D-FB3D-49DD-90AD-081550F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4C2403B-8CCD-4C2B-8317-33C37B9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FB945B0-9AD2-48C4-84BB-AE6FFE81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4C78A7C-250F-4363-96F9-FD318024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839EACA-FB9C-4B47-B745-19EB043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DEDBCC2-8E22-49C0-8C7E-D7BEBDB7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4AF29F2-277D-46C2-9316-5D1304CE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352061A-D57F-4F77-9B1E-79C4E70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{"request_ids":["response_id","turn_state"]}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67BD4FD-22FC-43F4-9701-3CBA86FD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D1BC337-E0A3-4A53-A10B-C1EE166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{"request_ids":["x-request-id","x-deepseek-request-id"]}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B48775B-0101-4D2A-AE67-8C4DEAEC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644160A-D926-407C-A35A-1992893E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0F134AD-7F97-452F-A5FE-D5920F0E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8582025"/>
            <a:ext cx="2124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50E18FE-63FD-4488-A543-96173BD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8667750"/>
            <a:ext cx="1933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cxnSp>
        <p:nvCxnSpPr>
          <p:cNvPr id="296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FAB2C7E-8894-4A20-AB03-81E5AEAF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screenshot; cells converted to compact JSON; '-' indicates unsupported.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B62E8BA-CD78-4DED-B64B-5056E6E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4216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2026-08-25T17:54:14.1740000Z</dcterms:created>
  <dcterms:modified xsi:type="dcterms:W3CDTF">2026-08-25T17:54:14.1740000Z</dcterms:modified>
</coreProperties>
</file>